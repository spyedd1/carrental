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60" r:id="rId6"/>
    <p:sldId id="261" r:id="rId7"/>
    <p:sldId id="266" r:id="rId8"/>
    <p:sldId id="264" r:id="rId9"/>
    <p:sldId id="268" r:id="rId10"/>
    <p:sldId id="269" r:id="rId11"/>
    <p:sldId id="265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D9252-B6D8-DD35-F2B7-D4A4432802EC}" v="104" dt="2025-12-03T13:16:08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0702FA-3489-4E0D-9AC5-3CC9D4A43E0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1D6C3C-92BE-4B51-BD2D-88A216A50717}">
      <dgm:prSet/>
      <dgm:spPr/>
      <dgm:t>
        <a:bodyPr/>
        <a:lstStyle/>
        <a:p>
          <a:r>
            <a:rPr lang="en-GB"/>
            <a:t>Claims</a:t>
          </a:r>
          <a:endParaRPr lang="en-US"/>
        </a:p>
      </dgm:t>
    </dgm:pt>
    <dgm:pt modelId="{526689A0-F9B5-4377-A38A-FBC3A1C77A4A}" type="parTrans" cxnId="{FED3FAC4-AFF8-42B5-AB11-7853AD1764F9}">
      <dgm:prSet/>
      <dgm:spPr/>
      <dgm:t>
        <a:bodyPr/>
        <a:lstStyle/>
        <a:p>
          <a:endParaRPr lang="en-US"/>
        </a:p>
      </dgm:t>
    </dgm:pt>
    <dgm:pt modelId="{1F3F42FB-C443-40B4-AA44-2E3B7A91E9F3}" type="sibTrans" cxnId="{FED3FAC4-AFF8-42B5-AB11-7853AD1764F9}">
      <dgm:prSet/>
      <dgm:spPr/>
      <dgm:t>
        <a:bodyPr/>
        <a:lstStyle/>
        <a:p>
          <a:endParaRPr lang="en-US"/>
        </a:p>
      </dgm:t>
    </dgm:pt>
    <dgm:pt modelId="{6C2D1F2B-2068-4A9F-A979-810010E9D6B2}">
      <dgm:prSet/>
      <dgm:spPr/>
      <dgm:t>
        <a:bodyPr/>
        <a:lstStyle/>
        <a:p>
          <a:r>
            <a:rPr lang="en-GB"/>
            <a:t>Session Variables</a:t>
          </a:r>
          <a:endParaRPr lang="en-US"/>
        </a:p>
      </dgm:t>
    </dgm:pt>
    <dgm:pt modelId="{F24487E2-AC87-46EB-8450-DC50FAFB326C}" type="parTrans" cxnId="{1314C284-04DD-4021-9F66-5DB8CD1A4882}">
      <dgm:prSet/>
      <dgm:spPr/>
      <dgm:t>
        <a:bodyPr/>
        <a:lstStyle/>
        <a:p>
          <a:endParaRPr lang="en-US"/>
        </a:p>
      </dgm:t>
    </dgm:pt>
    <dgm:pt modelId="{ACED8437-5708-4D99-9064-C5B2735EBDA6}" type="sibTrans" cxnId="{1314C284-04DD-4021-9F66-5DB8CD1A4882}">
      <dgm:prSet/>
      <dgm:spPr/>
      <dgm:t>
        <a:bodyPr/>
        <a:lstStyle/>
        <a:p>
          <a:endParaRPr lang="en-US"/>
        </a:p>
      </dgm:t>
    </dgm:pt>
    <dgm:pt modelId="{408ADF75-8254-4C87-A1E4-057FEB35E79A}">
      <dgm:prSet/>
      <dgm:spPr/>
      <dgm:t>
        <a:bodyPr/>
        <a:lstStyle/>
        <a:p>
          <a:r>
            <a:rPr lang="en-GB"/>
            <a:t>Foreign Key</a:t>
          </a:r>
          <a:endParaRPr lang="en-US"/>
        </a:p>
      </dgm:t>
    </dgm:pt>
    <dgm:pt modelId="{E8CBB1D9-25B1-4D3E-A2E5-BAB560F65BF7}" type="parTrans" cxnId="{23D7B325-F153-4943-ADBB-9764C241CB14}">
      <dgm:prSet/>
      <dgm:spPr/>
      <dgm:t>
        <a:bodyPr/>
        <a:lstStyle/>
        <a:p>
          <a:endParaRPr lang="en-US"/>
        </a:p>
      </dgm:t>
    </dgm:pt>
    <dgm:pt modelId="{0E067A98-EB7F-4CCB-AA98-970F3CDE8AA9}" type="sibTrans" cxnId="{23D7B325-F153-4943-ADBB-9764C241CB14}">
      <dgm:prSet/>
      <dgm:spPr/>
      <dgm:t>
        <a:bodyPr/>
        <a:lstStyle/>
        <a:p>
          <a:endParaRPr lang="en-US"/>
        </a:p>
      </dgm:t>
    </dgm:pt>
    <dgm:pt modelId="{7903924A-8235-4625-9E91-7F50A69CDC44}" type="pres">
      <dgm:prSet presAssocID="{4B0702FA-3489-4E0D-9AC5-3CC9D4A43E09}" presName="root" presStyleCnt="0">
        <dgm:presLayoutVars>
          <dgm:dir/>
          <dgm:resizeHandles val="exact"/>
        </dgm:presLayoutVars>
      </dgm:prSet>
      <dgm:spPr/>
    </dgm:pt>
    <dgm:pt modelId="{A3F1C622-9841-4F2E-AA0F-E9BC164D6263}" type="pres">
      <dgm:prSet presAssocID="{301D6C3C-92BE-4B51-BD2D-88A216A50717}" presName="compNode" presStyleCnt="0"/>
      <dgm:spPr/>
    </dgm:pt>
    <dgm:pt modelId="{834638FE-00C3-4B6E-A37D-FABA59D0A811}" type="pres">
      <dgm:prSet presAssocID="{301D6C3C-92BE-4B51-BD2D-88A216A507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8F9DD99-B577-44BB-A8E6-A9FA8FD9B9FA}" type="pres">
      <dgm:prSet presAssocID="{301D6C3C-92BE-4B51-BD2D-88A216A50717}" presName="spaceRect" presStyleCnt="0"/>
      <dgm:spPr/>
    </dgm:pt>
    <dgm:pt modelId="{C5FD657A-7D57-4FD2-B331-930233336299}" type="pres">
      <dgm:prSet presAssocID="{301D6C3C-92BE-4B51-BD2D-88A216A50717}" presName="textRect" presStyleLbl="revTx" presStyleIdx="0" presStyleCnt="3">
        <dgm:presLayoutVars>
          <dgm:chMax val="1"/>
          <dgm:chPref val="1"/>
        </dgm:presLayoutVars>
      </dgm:prSet>
      <dgm:spPr/>
    </dgm:pt>
    <dgm:pt modelId="{486CBDFB-7D34-4DDC-AE06-AEA34FC02B03}" type="pres">
      <dgm:prSet presAssocID="{1F3F42FB-C443-40B4-AA44-2E3B7A91E9F3}" presName="sibTrans" presStyleCnt="0"/>
      <dgm:spPr/>
    </dgm:pt>
    <dgm:pt modelId="{12412432-7362-4CBB-A778-81003459D04E}" type="pres">
      <dgm:prSet presAssocID="{6C2D1F2B-2068-4A9F-A979-810010E9D6B2}" presName="compNode" presStyleCnt="0"/>
      <dgm:spPr/>
    </dgm:pt>
    <dgm:pt modelId="{19507BFB-F9B9-4BDD-9645-4A5D764B2894}" type="pres">
      <dgm:prSet presAssocID="{6C2D1F2B-2068-4A9F-A979-810010E9D6B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499E186-DC8E-452F-93D8-8C1F6D7EEC56}" type="pres">
      <dgm:prSet presAssocID="{6C2D1F2B-2068-4A9F-A979-810010E9D6B2}" presName="spaceRect" presStyleCnt="0"/>
      <dgm:spPr/>
    </dgm:pt>
    <dgm:pt modelId="{05CCBB85-9BDE-49E2-A8A9-520D4412BDFE}" type="pres">
      <dgm:prSet presAssocID="{6C2D1F2B-2068-4A9F-A979-810010E9D6B2}" presName="textRect" presStyleLbl="revTx" presStyleIdx="1" presStyleCnt="3">
        <dgm:presLayoutVars>
          <dgm:chMax val="1"/>
          <dgm:chPref val="1"/>
        </dgm:presLayoutVars>
      </dgm:prSet>
      <dgm:spPr/>
    </dgm:pt>
    <dgm:pt modelId="{B3CE77EC-2AB1-4192-A949-FD1DD00555AA}" type="pres">
      <dgm:prSet presAssocID="{ACED8437-5708-4D99-9064-C5B2735EBDA6}" presName="sibTrans" presStyleCnt="0"/>
      <dgm:spPr/>
    </dgm:pt>
    <dgm:pt modelId="{E950BA7A-7923-4CD0-AC29-0D279F5BA705}" type="pres">
      <dgm:prSet presAssocID="{408ADF75-8254-4C87-A1E4-057FEB35E79A}" presName="compNode" presStyleCnt="0"/>
      <dgm:spPr/>
    </dgm:pt>
    <dgm:pt modelId="{C8F432F1-1FB7-40C8-84B3-2C74B2779C82}" type="pres">
      <dgm:prSet presAssocID="{408ADF75-8254-4C87-A1E4-057FEB35E7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0960A60-FCC7-47E0-9B1E-9D8398EE6090}" type="pres">
      <dgm:prSet presAssocID="{408ADF75-8254-4C87-A1E4-057FEB35E79A}" presName="spaceRect" presStyleCnt="0"/>
      <dgm:spPr/>
    </dgm:pt>
    <dgm:pt modelId="{986855B8-3E9A-4C42-92BB-D7EE2D726539}" type="pres">
      <dgm:prSet presAssocID="{408ADF75-8254-4C87-A1E4-057FEB35E7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3D7B325-F153-4943-ADBB-9764C241CB14}" srcId="{4B0702FA-3489-4E0D-9AC5-3CC9D4A43E09}" destId="{408ADF75-8254-4C87-A1E4-057FEB35E79A}" srcOrd="2" destOrd="0" parTransId="{E8CBB1D9-25B1-4D3E-A2E5-BAB560F65BF7}" sibTransId="{0E067A98-EB7F-4CCB-AA98-970F3CDE8AA9}"/>
    <dgm:cxn modelId="{1314C284-04DD-4021-9F66-5DB8CD1A4882}" srcId="{4B0702FA-3489-4E0D-9AC5-3CC9D4A43E09}" destId="{6C2D1F2B-2068-4A9F-A979-810010E9D6B2}" srcOrd="1" destOrd="0" parTransId="{F24487E2-AC87-46EB-8450-DC50FAFB326C}" sibTransId="{ACED8437-5708-4D99-9064-C5B2735EBDA6}"/>
    <dgm:cxn modelId="{FED3FAC4-AFF8-42B5-AB11-7853AD1764F9}" srcId="{4B0702FA-3489-4E0D-9AC5-3CC9D4A43E09}" destId="{301D6C3C-92BE-4B51-BD2D-88A216A50717}" srcOrd="0" destOrd="0" parTransId="{526689A0-F9B5-4377-A38A-FBC3A1C77A4A}" sibTransId="{1F3F42FB-C443-40B4-AA44-2E3B7A91E9F3}"/>
    <dgm:cxn modelId="{DF34EADB-1D76-4DC4-A733-AEF377ADFD88}" type="presOf" srcId="{6C2D1F2B-2068-4A9F-A979-810010E9D6B2}" destId="{05CCBB85-9BDE-49E2-A8A9-520D4412BDFE}" srcOrd="0" destOrd="0" presId="urn:microsoft.com/office/officeart/2018/2/layout/IconLabelList"/>
    <dgm:cxn modelId="{0E3251EF-204B-4005-987C-06E69105902B}" type="presOf" srcId="{4B0702FA-3489-4E0D-9AC5-3CC9D4A43E09}" destId="{7903924A-8235-4625-9E91-7F50A69CDC44}" srcOrd="0" destOrd="0" presId="urn:microsoft.com/office/officeart/2018/2/layout/IconLabelList"/>
    <dgm:cxn modelId="{39158AF8-67F5-451F-ACBF-F095A10016DD}" type="presOf" srcId="{301D6C3C-92BE-4B51-BD2D-88A216A50717}" destId="{C5FD657A-7D57-4FD2-B331-930233336299}" srcOrd="0" destOrd="0" presId="urn:microsoft.com/office/officeart/2018/2/layout/IconLabelList"/>
    <dgm:cxn modelId="{11341EFB-401B-49AD-AA50-1F0A47B4039B}" type="presOf" srcId="{408ADF75-8254-4C87-A1E4-057FEB35E79A}" destId="{986855B8-3E9A-4C42-92BB-D7EE2D726539}" srcOrd="0" destOrd="0" presId="urn:microsoft.com/office/officeart/2018/2/layout/IconLabelList"/>
    <dgm:cxn modelId="{E1BEE853-CCB0-4749-9693-A72153300D83}" type="presParOf" srcId="{7903924A-8235-4625-9E91-7F50A69CDC44}" destId="{A3F1C622-9841-4F2E-AA0F-E9BC164D6263}" srcOrd="0" destOrd="0" presId="urn:microsoft.com/office/officeart/2018/2/layout/IconLabelList"/>
    <dgm:cxn modelId="{AD5567FC-2B09-4B6B-9788-E4F218EBA63F}" type="presParOf" srcId="{A3F1C622-9841-4F2E-AA0F-E9BC164D6263}" destId="{834638FE-00C3-4B6E-A37D-FABA59D0A811}" srcOrd="0" destOrd="0" presId="urn:microsoft.com/office/officeart/2018/2/layout/IconLabelList"/>
    <dgm:cxn modelId="{C069B0C8-6DE6-47F1-9605-8D186D9099C7}" type="presParOf" srcId="{A3F1C622-9841-4F2E-AA0F-E9BC164D6263}" destId="{08F9DD99-B577-44BB-A8E6-A9FA8FD9B9FA}" srcOrd="1" destOrd="0" presId="urn:microsoft.com/office/officeart/2018/2/layout/IconLabelList"/>
    <dgm:cxn modelId="{4CA2F35A-E643-405D-969C-971EF4511446}" type="presParOf" srcId="{A3F1C622-9841-4F2E-AA0F-E9BC164D6263}" destId="{C5FD657A-7D57-4FD2-B331-930233336299}" srcOrd="2" destOrd="0" presId="urn:microsoft.com/office/officeart/2018/2/layout/IconLabelList"/>
    <dgm:cxn modelId="{3D9E21E3-6396-42E3-8EB7-89E08ABE6305}" type="presParOf" srcId="{7903924A-8235-4625-9E91-7F50A69CDC44}" destId="{486CBDFB-7D34-4DDC-AE06-AEA34FC02B03}" srcOrd="1" destOrd="0" presId="urn:microsoft.com/office/officeart/2018/2/layout/IconLabelList"/>
    <dgm:cxn modelId="{26A240DB-9259-4C5D-B997-5E58751E2C27}" type="presParOf" srcId="{7903924A-8235-4625-9E91-7F50A69CDC44}" destId="{12412432-7362-4CBB-A778-81003459D04E}" srcOrd="2" destOrd="0" presId="urn:microsoft.com/office/officeart/2018/2/layout/IconLabelList"/>
    <dgm:cxn modelId="{3D56FFD0-A230-4ECF-9E75-E876A66C842F}" type="presParOf" srcId="{12412432-7362-4CBB-A778-81003459D04E}" destId="{19507BFB-F9B9-4BDD-9645-4A5D764B2894}" srcOrd="0" destOrd="0" presId="urn:microsoft.com/office/officeart/2018/2/layout/IconLabelList"/>
    <dgm:cxn modelId="{C3CD638D-709C-452D-9400-4AC06DE4FD17}" type="presParOf" srcId="{12412432-7362-4CBB-A778-81003459D04E}" destId="{1499E186-DC8E-452F-93D8-8C1F6D7EEC56}" srcOrd="1" destOrd="0" presId="urn:microsoft.com/office/officeart/2018/2/layout/IconLabelList"/>
    <dgm:cxn modelId="{AEC36C45-4D78-4DFD-9FB4-C6242F7349E9}" type="presParOf" srcId="{12412432-7362-4CBB-A778-81003459D04E}" destId="{05CCBB85-9BDE-49E2-A8A9-520D4412BDFE}" srcOrd="2" destOrd="0" presId="urn:microsoft.com/office/officeart/2018/2/layout/IconLabelList"/>
    <dgm:cxn modelId="{C2C1486D-818B-4F12-8CE4-3C6FF8825E10}" type="presParOf" srcId="{7903924A-8235-4625-9E91-7F50A69CDC44}" destId="{B3CE77EC-2AB1-4192-A949-FD1DD00555AA}" srcOrd="3" destOrd="0" presId="urn:microsoft.com/office/officeart/2018/2/layout/IconLabelList"/>
    <dgm:cxn modelId="{EE0DCD4F-BC45-4967-8C5D-FA3788F728E8}" type="presParOf" srcId="{7903924A-8235-4625-9E91-7F50A69CDC44}" destId="{E950BA7A-7923-4CD0-AC29-0D279F5BA705}" srcOrd="4" destOrd="0" presId="urn:microsoft.com/office/officeart/2018/2/layout/IconLabelList"/>
    <dgm:cxn modelId="{4FEBBDE0-0829-4E7D-8430-611A2BD5E691}" type="presParOf" srcId="{E950BA7A-7923-4CD0-AC29-0D279F5BA705}" destId="{C8F432F1-1FB7-40C8-84B3-2C74B2779C82}" srcOrd="0" destOrd="0" presId="urn:microsoft.com/office/officeart/2018/2/layout/IconLabelList"/>
    <dgm:cxn modelId="{66A97D4C-D159-4BC9-B6FA-4512B6168B98}" type="presParOf" srcId="{E950BA7A-7923-4CD0-AC29-0D279F5BA705}" destId="{F0960A60-FCC7-47E0-9B1E-9D8398EE6090}" srcOrd="1" destOrd="0" presId="urn:microsoft.com/office/officeart/2018/2/layout/IconLabelList"/>
    <dgm:cxn modelId="{F847243F-5A1D-4B27-8C8E-5FE50A70959C}" type="presParOf" srcId="{E950BA7A-7923-4CD0-AC29-0D279F5BA705}" destId="{986855B8-3E9A-4C42-92BB-D7EE2D72653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638FE-00C3-4B6E-A37D-FABA59D0A811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D657A-7D57-4FD2-B331-930233336299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Claims</a:t>
          </a:r>
          <a:endParaRPr lang="en-US" sz="3300" kern="1200"/>
        </a:p>
      </dsp:txBody>
      <dsp:txXfrm>
        <a:off x="59990" y="2654049"/>
        <a:ext cx="3226223" cy="720000"/>
      </dsp:txXfrm>
    </dsp:sp>
    <dsp:sp modelId="{19507BFB-F9B9-4BDD-9645-4A5D764B2894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CBB85-9BDE-49E2-A8A9-520D4412BDFE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Session Variables</a:t>
          </a:r>
          <a:endParaRPr lang="en-US" sz="3300" kern="1200"/>
        </a:p>
      </dsp:txBody>
      <dsp:txXfrm>
        <a:off x="3850802" y="2654049"/>
        <a:ext cx="3226223" cy="720000"/>
      </dsp:txXfrm>
    </dsp:sp>
    <dsp:sp modelId="{C8F432F1-1FB7-40C8-84B3-2C74B2779C82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855B8-3E9A-4C42-92BB-D7EE2D726539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Foreign Key</a:t>
          </a:r>
          <a:endParaRPr lang="en-US" sz="3300" kern="1200"/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GB" sz="7200"/>
              <a:t>Linking to a Logged in User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E9545-62E0-41C0-E1E8-F233476F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How to Link?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D775367-8E26-402B-A40E-31E88F1AA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44724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35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7DBF4-6E57-A9F4-754A-D478C1E17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 dirty="0"/>
              <a:t>Claims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6CD77-FB56-C551-A5A9-AA29580E8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900">
              <a:ea typeface="+mn-lt"/>
              <a:cs typeface="+mn-lt"/>
            </a:endParaRPr>
          </a:p>
          <a:p>
            <a:r>
              <a:rPr lang="en-US" sz="1900" dirty="0">
                <a:ea typeface="+mn-lt"/>
                <a:cs typeface="+mn-lt"/>
              </a:rPr>
              <a:t>A claim is a piece of information about the logged-in user stored in their identity, e.g.:</a:t>
            </a:r>
            <a:endParaRPr lang="en-US" sz="19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 dirty="0" err="1">
                <a:latin typeface="Aptos"/>
              </a:rPr>
              <a:t>UserId</a:t>
            </a:r>
            <a:endParaRPr lang="en-US" sz="1900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 dirty="0">
                <a:latin typeface="Aptos"/>
              </a:rPr>
              <a:t>Email</a:t>
            </a:r>
            <a:endParaRPr lang="en-US" sz="19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 dirty="0">
                <a:latin typeface="Aptos"/>
              </a:rPr>
              <a:t>Role</a:t>
            </a:r>
            <a:endParaRPr lang="en-US" sz="1900" dirty="0"/>
          </a:p>
          <a:p>
            <a:pPr marL="457200" lvl="1" indent="0">
              <a:buNone/>
            </a:pPr>
            <a:endParaRPr lang="en-US" sz="1900">
              <a:ea typeface="+mn-lt"/>
              <a:cs typeface="+mn-lt"/>
            </a:endParaRPr>
          </a:p>
          <a:p>
            <a:r>
              <a:rPr lang="en-US" sz="1900" dirty="0">
                <a:ea typeface="+mn-lt"/>
                <a:cs typeface="+mn-lt"/>
              </a:rPr>
              <a:t>ASP.NET Identity always includes the user’s unique ID in a claim.</a:t>
            </a:r>
            <a:endParaRPr lang="en-US" sz="1900" dirty="0"/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47956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19DE9-298C-5D78-08B8-E82BDA10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1655483"/>
          </a:xfrm>
        </p:spPr>
        <p:txBody>
          <a:bodyPr anchor="b">
            <a:normAutofit/>
          </a:bodyPr>
          <a:lstStyle/>
          <a:p>
            <a:r>
              <a:rPr lang="en-GB" sz="4000"/>
              <a:t>Model Design</a:t>
            </a: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F9BCC62-3390-E6B9-DDE7-1FB15721EC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22"/>
          <a:stretch/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498C3-1E08-C7C6-9197-D338F692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193" y="2418408"/>
            <a:ext cx="2942813" cy="354026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/>
              <a:t>Make sure to link the model to the UserId</a:t>
            </a:r>
          </a:p>
          <a:p>
            <a:r>
              <a:rPr lang="en-GB" sz="2000"/>
              <a:t>No Navigation property just a foreign key</a:t>
            </a:r>
          </a:p>
          <a:p>
            <a:endParaRPr lang="en-GB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04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F2BA5-3DD9-57D6-C0FC-7536C3B6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Scaffold Controller with views and then add-Migration and Update-Database</a:t>
            </a:r>
          </a:p>
        </p:txBody>
      </p:sp>
    </p:spTree>
    <p:extLst>
      <p:ext uri="{BB962C8B-B14F-4D97-AF65-F5344CB8AC3E}">
        <p14:creationId xmlns:p14="http://schemas.microsoft.com/office/powerpoint/2010/main" val="409052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1ED02B1-1BC5-458F-9994-627281C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23691"/>
            <a:ext cx="12192000" cy="1934309"/>
          </a:xfrm>
          <a:prstGeom prst="rect">
            <a:avLst/>
          </a:prstGeom>
          <a:solidFill>
            <a:srgbClr val="0F9ED5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89A62-14A5-3CA5-373F-34C25C64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88020"/>
            <a:ext cx="7729728" cy="1188720"/>
          </a:xfrm>
          <a:solidFill>
            <a:schemeClr val="bg1"/>
          </a:solidFill>
          <a:ln w="317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latin typeface="+mj-lt"/>
                <a:ea typeface="+mj-ea"/>
                <a:cs typeface="+mj-cs"/>
              </a:rPr>
              <a:t>Edit the Index Method – Only current </a:t>
            </a:r>
            <a:r>
              <a:rPr lang="en-US" sz="3200" dirty="0"/>
              <a:t>user's</a:t>
            </a:r>
            <a:r>
              <a:rPr lang="en-US" sz="3200" kern="1200" dirty="0">
                <a:latin typeface="+mj-lt"/>
                <a:ea typeface="+mj-ea"/>
                <a:cs typeface="+mj-cs"/>
              </a:rPr>
              <a:t> details</a:t>
            </a:r>
          </a:p>
        </p:txBody>
      </p:sp>
      <p:pic>
        <p:nvPicPr>
          <p:cNvPr id="3" name="Picture 2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D3572030-4145-B01F-1508-CEBBDFE3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609600"/>
            <a:ext cx="109632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25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09D04-714D-AB4F-F577-5A2DC823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41E800-324D-9941-46D7-4EC152D6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23691"/>
            <a:ext cx="12192000" cy="1934309"/>
          </a:xfrm>
          <a:prstGeom prst="rect">
            <a:avLst/>
          </a:prstGeom>
          <a:solidFill>
            <a:srgbClr val="0F9ED5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F56D5-A59F-727C-AF04-62F42A87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700984"/>
            <a:ext cx="7729728" cy="1188720"/>
          </a:xfrm>
          <a:solidFill>
            <a:schemeClr val="bg1"/>
          </a:solidFill>
          <a:ln w="317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latin typeface="+mj-lt"/>
                <a:ea typeface="+mj-ea"/>
                <a:cs typeface="+mj-cs"/>
              </a:rPr>
              <a:t>Edit the</a:t>
            </a:r>
            <a:r>
              <a:rPr lang="en-US" sz="3200" dirty="0"/>
              <a:t> Create(Post)</a:t>
            </a:r>
            <a:r>
              <a:rPr lang="en-US" sz="3200" kern="1200" dirty="0">
                <a:latin typeface="+mj-lt"/>
                <a:ea typeface="+mj-ea"/>
                <a:cs typeface="+mj-cs"/>
              </a:rPr>
              <a:t> Method – Only </a:t>
            </a:r>
            <a:r>
              <a:rPr lang="en-US" sz="3200" dirty="0"/>
              <a:t>create for the currently logged in user</a:t>
            </a:r>
            <a:endParaRPr lang="en-US" sz="32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717EA1F-DB81-B393-200E-B6D2E863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57163"/>
            <a:ext cx="877252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06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2BF5D-0ECC-5703-AE5B-0118353D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 the create view so the form does not include the userId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06433F26-1123-AACF-6D45-80DF93D9D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662703"/>
            <a:ext cx="5536001" cy="347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4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0DFD8-1F85-1C14-EE68-D27BA6D9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latin typeface="+mj-lt"/>
                <a:ea typeface="+mj-ea"/>
                <a:cs typeface="+mj-cs"/>
              </a:rPr>
              <a:t>URL HACKING</a:t>
            </a:r>
            <a:br>
              <a:rPr lang="en-US" sz="6600" dirty="0"/>
            </a:br>
            <a:r>
              <a:rPr lang="en-US" sz="1800" dirty="0"/>
              <a:t>(</a:t>
            </a:r>
            <a:r>
              <a:rPr lang="en-US" sz="1800" dirty="0">
                <a:ea typeface="+mj-lt"/>
                <a:cs typeface="+mj-lt"/>
              </a:rPr>
              <a:t>IDOR</a:t>
            </a:r>
            <a:r>
              <a:rPr lang="en-US" sz="1800" dirty="0"/>
              <a:t>)</a:t>
            </a:r>
            <a:endParaRPr lang="en-US" sz="1800" kern="1200" dirty="0">
              <a:latin typeface="+mj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76A58-C664-22BC-2998-CBAEC8DD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629" y="3886200"/>
            <a:ext cx="8226347" cy="2094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 – IMPORTANT FOR SECURITY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65D8153-F839-8C8A-5873-B06479277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1276350"/>
            <a:ext cx="104298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46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EC13C-0A5F-1427-B567-3C6CF937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GB" sz="6100" dirty="0"/>
              <a:t> Create a book rental system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D564C-FBF1-FD6F-92E3-DF5C60FE6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/>
              <a:t>Should be able to see a list of books</a:t>
            </a:r>
            <a:endParaRPr lang="en-US" sz="2400"/>
          </a:p>
          <a:p>
            <a:r>
              <a:rPr lang="en-GB" sz="2400"/>
              <a:t>Can select a book to rent</a:t>
            </a:r>
          </a:p>
          <a:p>
            <a:r>
              <a:rPr lang="en-GB" sz="2400"/>
              <a:t>When Renting it will link to the current user</a:t>
            </a:r>
          </a:p>
          <a:p>
            <a:r>
              <a:rPr lang="en-GB" sz="2400" dirty="0"/>
              <a:t>Only able to see my own rentals when logged in </a:t>
            </a:r>
          </a:p>
        </p:txBody>
      </p:sp>
    </p:spTree>
    <p:extLst>
      <p:ext uri="{BB962C8B-B14F-4D97-AF65-F5344CB8AC3E}">
        <p14:creationId xmlns:p14="http://schemas.microsoft.com/office/powerpoint/2010/main" val="3506128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Linking to a Logged in User</vt:lpstr>
      <vt:lpstr>How to Link?</vt:lpstr>
      <vt:lpstr>Claims </vt:lpstr>
      <vt:lpstr>Model Design</vt:lpstr>
      <vt:lpstr>Scaffold Controller with views and then add-Migration and Update-Database</vt:lpstr>
      <vt:lpstr>Edit the Index Method – Only current user's details</vt:lpstr>
      <vt:lpstr>Edit the Create(Post) Method – Only create for the currently logged in user</vt:lpstr>
      <vt:lpstr>Change the create view so the form does not include the userId</vt:lpstr>
      <vt:lpstr>URL HACKING (IDOR)</vt:lpstr>
      <vt:lpstr>Solution – IMPORTANT FOR SECURITY</vt:lpstr>
      <vt:lpstr> Create a book rental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</cp:revision>
  <dcterms:created xsi:type="dcterms:W3CDTF">2025-03-02T21:09:01Z</dcterms:created>
  <dcterms:modified xsi:type="dcterms:W3CDTF">2025-12-03T13:16:24Z</dcterms:modified>
</cp:coreProperties>
</file>