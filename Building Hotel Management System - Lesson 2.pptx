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61" r:id="rId6"/>
    <p:sldId id="271" r:id="rId7"/>
    <p:sldId id="264" r:id="rId8"/>
    <p:sldId id="265" r:id="rId9"/>
    <p:sldId id="266" r:id="rId10"/>
    <p:sldId id="272" r:id="rId11"/>
    <p:sldId id="273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CC806-4F35-8011-840B-CB4E39D731C9}" v="5" dt="2024-11-10T17:16:46.289"/>
    <p1510:client id="{25601707-544B-3B4A-9918-0068AB79FFFB}" v="650" dt="2024-11-10T17:15:44.087"/>
    <p1510:client id="{25A1B869-F99D-C143-C0FB-A76BFA0CD12C}" v="311" dt="2024-11-10T00:04:20.348"/>
    <p1510:client id="{B9CF5E33-9C0A-5C89-3E40-3AAA306CE26D}" v="17" dt="2024-11-10T16:59:30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Miah" userId="S::muhammed.miah@sandwell.ac.uk::0e20bf18-5ea6-47bf-82bb-ae77a37497ea" providerId="AD" clId="Web-{B9CF5E33-9C0A-5C89-3E40-3AAA306CE26D}"/>
    <pc:docChg chg="modSld">
      <pc:chgData name="Muhammed Miah" userId="S::muhammed.miah@sandwell.ac.uk::0e20bf18-5ea6-47bf-82bb-ae77a37497ea" providerId="AD" clId="Web-{B9CF5E33-9C0A-5C89-3E40-3AAA306CE26D}" dt="2024-11-10T16:59:33.197" v="20"/>
      <pc:docMkLst>
        <pc:docMk/>
      </pc:docMkLst>
      <pc:sldChg chg="addSp delSp modSp mod setBg">
        <pc:chgData name="Muhammed Miah" userId="S::muhammed.miah@sandwell.ac.uk::0e20bf18-5ea6-47bf-82bb-ae77a37497ea" providerId="AD" clId="Web-{B9CF5E33-9C0A-5C89-3E40-3AAA306CE26D}" dt="2024-11-10T16:59:06.775" v="9"/>
        <pc:sldMkLst>
          <pc:docMk/>
          <pc:sldMk cId="109857222" sldId="256"/>
        </pc:sldMkLst>
        <pc:spChg chg="mod">
          <ac:chgData name="Muhammed Miah" userId="S::muhammed.miah@sandwell.ac.uk::0e20bf18-5ea6-47bf-82bb-ae77a37497ea" providerId="AD" clId="Web-{B9CF5E33-9C0A-5C89-3E40-3AAA306CE26D}" dt="2024-11-10T16:59:05.572" v="8" actId="1076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Muhammed Miah" userId="S::muhammed.miah@sandwell.ac.uk::0e20bf18-5ea6-47bf-82bb-ae77a37497ea" providerId="AD" clId="Web-{B9CF5E33-9C0A-5C89-3E40-3AAA306CE26D}" dt="2024-11-10T16:59:02.915" v="7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Muhammed Miah" userId="S::muhammed.miah@sandwell.ac.uk::0e20bf18-5ea6-47bf-82bb-ae77a37497ea" providerId="AD" clId="Web-{B9CF5E33-9C0A-5C89-3E40-3AAA306CE26D}" dt="2024-11-10T16:59:06.775" v="9"/>
          <ac:spMkLst>
            <pc:docMk/>
            <pc:sldMk cId="109857222" sldId="256"/>
            <ac:spMk id="5" creationId="{1BF3C860-53F6-E851-1ABA-D700F899EE96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8:52.727" v="0"/>
          <ac:spMkLst>
            <pc:docMk/>
            <pc:sldMk cId="109857222" sldId="256"/>
            <ac:spMk id="8" creationId="{C27D7A02-907B-496F-BA7E-AA3780733CA7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8:52.727" v="0"/>
          <ac:spMkLst>
            <pc:docMk/>
            <pc:sldMk cId="109857222" sldId="256"/>
            <ac:spMk id="10" creationId="{0FBA5268-0AE7-4CAD-9537-D0EB09E76406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8:52.727" v="0"/>
          <ac:spMkLst>
            <pc:docMk/>
            <pc:sldMk cId="109857222" sldId="256"/>
            <ac:spMk id="12" creationId="{088D065B-39DA-4077-B9CF-E489CE4C0169}"/>
          </ac:spMkLst>
        </pc:spChg>
      </pc:sldChg>
      <pc:sldChg chg="addSp delSp modSp mod setBg">
        <pc:chgData name="Muhammed Miah" userId="S::muhammed.miah@sandwell.ac.uk::0e20bf18-5ea6-47bf-82bb-ae77a37497ea" providerId="AD" clId="Web-{B9CF5E33-9C0A-5C89-3E40-3AAA306CE26D}" dt="2024-11-10T16:59:27.213" v="18" actId="1076"/>
        <pc:sldMkLst>
          <pc:docMk/>
          <pc:sldMk cId="3629806496" sldId="257"/>
        </pc:sldMkLst>
        <pc:spChg chg="mod">
          <ac:chgData name="Muhammed Miah" userId="S::muhammed.miah@sandwell.ac.uk::0e20bf18-5ea6-47bf-82bb-ae77a37497ea" providerId="AD" clId="Web-{B9CF5E33-9C0A-5C89-3E40-3AAA306CE26D}" dt="2024-11-10T16:59:27.213" v="18" actId="1076"/>
          <ac:spMkLst>
            <pc:docMk/>
            <pc:sldMk cId="3629806496" sldId="257"/>
            <ac:spMk id="2" creationId="{EDEFFA9A-0FB5-0BA1-25BA-1C28D6045579}"/>
          </ac:spMkLst>
        </pc:spChg>
        <pc:spChg chg="del">
          <ac:chgData name="Muhammed Miah" userId="S::muhammed.miah@sandwell.ac.uk::0e20bf18-5ea6-47bf-82bb-ae77a37497ea" providerId="AD" clId="Web-{B9CF5E33-9C0A-5C89-3E40-3AAA306CE26D}" dt="2024-11-10T16:59:11.665" v="10"/>
          <ac:spMkLst>
            <pc:docMk/>
            <pc:sldMk cId="3629806496" sldId="257"/>
            <ac:spMk id="3" creationId="{4E63089E-831B-EA73-8CAF-34C9C3AE969C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9:14.400" v="11"/>
          <ac:spMkLst>
            <pc:docMk/>
            <pc:sldMk cId="3629806496" sldId="257"/>
            <ac:spMk id="7" creationId="{C27D7A02-907B-496F-BA7E-AA3780733CA7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9:14.400" v="11"/>
          <ac:spMkLst>
            <pc:docMk/>
            <pc:sldMk cId="3629806496" sldId="257"/>
            <ac:spMk id="9" creationId="{0FBA5268-0AE7-4CAD-9537-D0EB09E76406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9:14.400" v="11"/>
          <ac:spMkLst>
            <pc:docMk/>
            <pc:sldMk cId="3629806496" sldId="257"/>
            <ac:spMk id="11" creationId="{088D065B-39DA-4077-B9CF-E489CE4C0169}"/>
          </ac:spMkLst>
        </pc:spChg>
      </pc:sldChg>
      <pc:sldChg chg="addSp delSp modSp mod setBg">
        <pc:chgData name="Muhammed Miah" userId="S::muhammed.miah@sandwell.ac.uk::0e20bf18-5ea6-47bf-82bb-ae77a37497ea" providerId="AD" clId="Web-{B9CF5E33-9C0A-5C89-3E40-3AAA306CE26D}" dt="2024-11-10T16:59:33.197" v="20"/>
        <pc:sldMkLst>
          <pc:docMk/>
          <pc:sldMk cId="2485964901" sldId="262"/>
        </pc:sldMkLst>
        <pc:spChg chg="mod">
          <ac:chgData name="Muhammed Miah" userId="S::muhammed.miah@sandwell.ac.uk::0e20bf18-5ea6-47bf-82bb-ae77a37497ea" providerId="AD" clId="Web-{B9CF5E33-9C0A-5C89-3E40-3AAA306CE26D}" dt="2024-11-10T16:59:33.197" v="20"/>
          <ac:spMkLst>
            <pc:docMk/>
            <pc:sldMk cId="2485964901" sldId="262"/>
            <ac:spMk id="2" creationId="{FB554673-6662-F5B7-810B-E9C018FDC7B5}"/>
          </ac:spMkLst>
        </pc:spChg>
        <pc:spChg chg="del">
          <ac:chgData name="Muhammed Miah" userId="S::muhammed.miah@sandwell.ac.uk::0e20bf18-5ea6-47bf-82bb-ae77a37497ea" providerId="AD" clId="Web-{B9CF5E33-9C0A-5C89-3E40-3AAA306CE26D}" dt="2024-11-10T16:59:30.338" v="19"/>
          <ac:spMkLst>
            <pc:docMk/>
            <pc:sldMk cId="2485964901" sldId="262"/>
            <ac:spMk id="3" creationId="{91157CBE-EDDC-82FE-96BA-3C206DFBA4F3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9:33.197" v="20"/>
          <ac:spMkLst>
            <pc:docMk/>
            <pc:sldMk cId="2485964901" sldId="262"/>
            <ac:spMk id="7" creationId="{C27D7A02-907B-496F-BA7E-AA3780733CA7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9:33.197" v="20"/>
          <ac:spMkLst>
            <pc:docMk/>
            <pc:sldMk cId="2485964901" sldId="262"/>
            <ac:spMk id="9" creationId="{0FBA5268-0AE7-4CAD-9537-D0EB09E76406}"/>
          </ac:spMkLst>
        </pc:spChg>
        <pc:spChg chg="add">
          <ac:chgData name="Muhammed Miah" userId="S::muhammed.miah@sandwell.ac.uk::0e20bf18-5ea6-47bf-82bb-ae77a37497ea" providerId="AD" clId="Web-{B9CF5E33-9C0A-5C89-3E40-3AAA306CE26D}" dt="2024-11-10T16:59:33.197" v="20"/>
          <ac:spMkLst>
            <pc:docMk/>
            <pc:sldMk cId="2485964901" sldId="262"/>
            <ac:spMk id="11" creationId="{088D065B-39DA-4077-B9CF-E489CE4C0169}"/>
          </ac:spMkLst>
        </pc:spChg>
      </pc:sldChg>
    </pc:docChg>
  </pc:docChgLst>
  <pc:docChgLst>
    <pc:chgData name="Muhammed Miah" userId="S::muhammed.miah@sandwell.ac.uk::0e20bf18-5ea6-47bf-82bb-ae77a37497ea" providerId="AD" clId="Web-{25A1B869-F99D-C143-C0FB-A76BFA0CD12C}"/>
    <pc:docChg chg="addSld delSld modSld">
      <pc:chgData name="Muhammed Miah" userId="S::muhammed.miah@sandwell.ac.uk::0e20bf18-5ea6-47bf-82bb-ae77a37497ea" providerId="AD" clId="Web-{25A1B869-F99D-C143-C0FB-A76BFA0CD12C}" dt="2024-11-10T00:04:20.348" v="290"/>
      <pc:docMkLst>
        <pc:docMk/>
      </pc:docMkLst>
      <pc:sldChg chg="modSp">
        <pc:chgData name="Muhammed Miah" userId="S::muhammed.miah@sandwell.ac.uk::0e20bf18-5ea6-47bf-82bb-ae77a37497ea" providerId="AD" clId="Web-{25A1B869-F99D-C143-C0FB-A76BFA0CD12C}" dt="2024-11-09T22:39:25.853" v="16" actId="20577"/>
        <pc:sldMkLst>
          <pc:docMk/>
          <pc:sldMk cId="109857222" sldId="256"/>
        </pc:sldMkLst>
        <pc:spChg chg="mod">
          <ac:chgData name="Muhammed Miah" userId="S::muhammed.miah@sandwell.ac.uk::0e20bf18-5ea6-47bf-82bb-ae77a37497ea" providerId="AD" clId="Web-{25A1B869-F99D-C143-C0FB-A76BFA0CD12C}" dt="2024-11-09T22:39:22.884" v="1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uhammed Miah" userId="S::muhammed.miah@sandwell.ac.uk::0e20bf18-5ea6-47bf-82bb-ae77a37497ea" providerId="AD" clId="Web-{25A1B869-F99D-C143-C0FB-A76BFA0CD12C}" dt="2024-11-09T22:39:25.853" v="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Muhammed Miah" userId="S::muhammed.miah@sandwell.ac.uk::0e20bf18-5ea6-47bf-82bb-ae77a37497ea" providerId="AD" clId="Web-{25A1B869-F99D-C143-C0FB-A76BFA0CD12C}" dt="2024-11-09T22:39:32.541" v="21" actId="20577"/>
        <pc:sldMkLst>
          <pc:docMk/>
          <pc:sldMk cId="3629806496" sldId="257"/>
        </pc:sldMkLst>
        <pc:spChg chg="mod">
          <ac:chgData name="Muhammed Miah" userId="S::muhammed.miah@sandwell.ac.uk::0e20bf18-5ea6-47bf-82bb-ae77a37497ea" providerId="AD" clId="Web-{25A1B869-F99D-C143-C0FB-A76BFA0CD12C}" dt="2024-11-09T22:39:32.541" v="21" actId="20577"/>
          <ac:spMkLst>
            <pc:docMk/>
            <pc:sldMk cId="3629806496" sldId="257"/>
            <ac:spMk id="2" creationId="{EDEFFA9A-0FB5-0BA1-25BA-1C28D6045579}"/>
          </ac:spMkLst>
        </pc:spChg>
      </pc:sldChg>
      <pc:sldChg chg="addSp delSp modSp new">
        <pc:chgData name="Muhammed Miah" userId="S::muhammed.miah@sandwell.ac.uk::0e20bf18-5ea6-47bf-82bb-ae77a37497ea" providerId="AD" clId="Web-{25A1B869-F99D-C143-C0FB-A76BFA0CD12C}" dt="2024-11-09T23:52:23.409" v="46"/>
        <pc:sldMkLst>
          <pc:docMk/>
          <pc:sldMk cId="3618922713" sldId="258"/>
        </pc:sldMkLst>
        <pc:spChg chg="mod">
          <ac:chgData name="Muhammed Miah" userId="S::muhammed.miah@sandwell.ac.uk::0e20bf18-5ea6-47bf-82bb-ae77a37497ea" providerId="AD" clId="Web-{25A1B869-F99D-C143-C0FB-A76BFA0CD12C}" dt="2024-11-09T22:40:23.574" v="35" actId="20577"/>
          <ac:spMkLst>
            <pc:docMk/>
            <pc:sldMk cId="3618922713" sldId="258"/>
            <ac:spMk id="2" creationId="{CDC32061-BCBA-A920-4C73-D75312BB9E61}"/>
          </ac:spMkLst>
        </pc:spChg>
        <pc:spChg chg="del">
          <ac:chgData name="Muhammed Miah" userId="S::muhammed.miah@sandwell.ac.uk::0e20bf18-5ea6-47bf-82bb-ae77a37497ea" providerId="AD" clId="Web-{25A1B869-F99D-C143-C0FB-A76BFA0CD12C}" dt="2024-11-09T22:43:04.237" v="36"/>
          <ac:spMkLst>
            <pc:docMk/>
            <pc:sldMk cId="3618922713" sldId="258"/>
            <ac:spMk id="3" creationId="{19DBB117-62B9-9133-1127-97178265FF69}"/>
          </ac:spMkLst>
        </pc:spChg>
        <pc:spChg chg="add del mod">
          <ac:chgData name="Muhammed Miah" userId="S::muhammed.miah@sandwell.ac.uk::0e20bf18-5ea6-47bf-82bb-ae77a37497ea" providerId="AD" clId="Web-{25A1B869-F99D-C143-C0FB-A76BFA0CD12C}" dt="2024-11-09T23:52:03.517" v="45"/>
          <ac:spMkLst>
            <pc:docMk/>
            <pc:sldMk cId="3618922713" sldId="258"/>
            <ac:spMk id="5" creationId="{052F4486-908D-092A-6BE6-EB0644F79E43}"/>
          </ac:spMkLst>
        </pc:spChg>
        <pc:spChg chg="add del mod">
          <ac:chgData name="Muhammed Miah" userId="S::muhammed.miah@sandwell.ac.uk::0e20bf18-5ea6-47bf-82bb-ae77a37497ea" providerId="AD" clId="Web-{25A1B869-F99D-C143-C0FB-A76BFA0CD12C}" dt="2024-11-09T23:52:23.409" v="46"/>
          <ac:spMkLst>
            <pc:docMk/>
            <pc:sldMk cId="3618922713" sldId="258"/>
            <ac:spMk id="7" creationId="{2E87D5EC-C24E-3378-69F2-DEA1263ED583}"/>
          </ac:spMkLst>
        </pc:spChg>
        <pc:picChg chg="add del mod ord">
          <ac:chgData name="Muhammed Miah" userId="S::muhammed.miah@sandwell.ac.uk::0e20bf18-5ea6-47bf-82bb-ae77a37497ea" providerId="AD" clId="Web-{25A1B869-F99D-C143-C0FB-A76BFA0CD12C}" dt="2024-11-09T23:50:45.062" v="38"/>
          <ac:picMkLst>
            <pc:docMk/>
            <pc:sldMk cId="3618922713" sldId="258"/>
            <ac:picMk id="4" creationId="{7B95B6A7-785F-5E15-A461-4B51EE144B57}"/>
          </ac:picMkLst>
        </pc:picChg>
        <pc:picChg chg="add mod ord">
          <ac:chgData name="Muhammed Miah" userId="S::muhammed.miah@sandwell.ac.uk::0e20bf18-5ea6-47bf-82bb-ae77a37497ea" providerId="AD" clId="Web-{25A1B869-F99D-C143-C0FB-A76BFA0CD12C}" dt="2024-11-09T23:52:23.409" v="46"/>
          <ac:picMkLst>
            <pc:docMk/>
            <pc:sldMk cId="3618922713" sldId="258"/>
            <ac:picMk id="8" creationId="{2A20ED49-5E45-33AC-515A-64C3760A0D75}"/>
          </ac:picMkLst>
        </pc:picChg>
      </pc:sldChg>
      <pc:sldChg chg="new del">
        <pc:chgData name="Muhammed Miah" userId="S::muhammed.miah@sandwell.ac.uk::0e20bf18-5ea6-47bf-82bb-ae77a37497ea" providerId="AD" clId="Web-{25A1B869-F99D-C143-C0FB-A76BFA0CD12C}" dt="2024-11-10T00:04:20.348" v="290"/>
        <pc:sldMkLst>
          <pc:docMk/>
          <pc:sldMk cId="2523831333" sldId="259"/>
        </pc:sldMkLst>
      </pc:sldChg>
      <pc:sldChg chg="add del replId">
        <pc:chgData name="Muhammed Miah" userId="S::muhammed.miah@sandwell.ac.uk::0e20bf18-5ea6-47bf-82bb-ae77a37497ea" providerId="AD" clId="Web-{25A1B869-F99D-C143-C0FB-A76BFA0CD12C}" dt="2024-11-10T00:04:20.317" v="289"/>
        <pc:sldMkLst>
          <pc:docMk/>
          <pc:sldMk cId="2463010355" sldId="260"/>
        </pc:sldMkLst>
      </pc:sldChg>
      <pc:sldChg chg="addSp delSp modSp new">
        <pc:chgData name="Muhammed Miah" userId="S::muhammed.miah@sandwell.ac.uk::0e20bf18-5ea6-47bf-82bb-ae77a37497ea" providerId="AD" clId="Web-{25A1B869-F99D-C143-C0FB-A76BFA0CD12C}" dt="2024-11-09T23:54:14.918" v="74" actId="1076"/>
        <pc:sldMkLst>
          <pc:docMk/>
          <pc:sldMk cId="3173997075" sldId="261"/>
        </pc:sldMkLst>
        <pc:spChg chg="mod">
          <ac:chgData name="Muhammed Miah" userId="S::muhammed.miah@sandwell.ac.uk::0e20bf18-5ea6-47bf-82bb-ae77a37497ea" providerId="AD" clId="Web-{25A1B869-F99D-C143-C0FB-A76BFA0CD12C}" dt="2024-11-09T23:52:34.565" v="66" actId="20577"/>
          <ac:spMkLst>
            <pc:docMk/>
            <pc:sldMk cId="3173997075" sldId="261"/>
            <ac:spMk id="2" creationId="{1F56B0E7-AE42-CE7C-1DF9-95B70B9B614C}"/>
          </ac:spMkLst>
        </pc:spChg>
        <pc:spChg chg="del">
          <ac:chgData name="Muhammed Miah" userId="S::muhammed.miah@sandwell.ac.uk::0e20bf18-5ea6-47bf-82bb-ae77a37497ea" providerId="AD" clId="Web-{25A1B869-F99D-C143-C0FB-A76BFA0CD12C}" dt="2024-11-09T23:52:37.112" v="67"/>
          <ac:spMkLst>
            <pc:docMk/>
            <pc:sldMk cId="3173997075" sldId="261"/>
            <ac:spMk id="3" creationId="{86004BD1-D3C5-6F44-3800-C780EA28C5F7}"/>
          </ac:spMkLst>
        </pc:spChg>
        <pc:picChg chg="add del mod">
          <ac:chgData name="Muhammed Miah" userId="S::muhammed.miah@sandwell.ac.uk::0e20bf18-5ea6-47bf-82bb-ae77a37497ea" providerId="AD" clId="Web-{25A1B869-F99D-C143-C0FB-A76BFA0CD12C}" dt="2024-11-09T23:54:06.839" v="70"/>
          <ac:picMkLst>
            <pc:docMk/>
            <pc:sldMk cId="3173997075" sldId="261"/>
            <ac:picMk id="4" creationId="{635CE59D-B3BB-B793-C0F7-85E44CA9E9A8}"/>
          </ac:picMkLst>
        </pc:picChg>
        <pc:picChg chg="add mod">
          <ac:chgData name="Muhammed Miah" userId="S::muhammed.miah@sandwell.ac.uk::0e20bf18-5ea6-47bf-82bb-ae77a37497ea" providerId="AD" clId="Web-{25A1B869-F99D-C143-C0FB-A76BFA0CD12C}" dt="2024-11-09T23:54:14.918" v="74" actId="1076"/>
          <ac:picMkLst>
            <pc:docMk/>
            <pc:sldMk cId="3173997075" sldId="261"/>
            <ac:picMk id="5" creationId="{43134626-FB00-2682-FEBA-B4DCE0FA45AF}"/>
          </ac:picMkLst>
        </pc:picChg>
      </pc:sldChg>
      <pc:sldChg chg="modSp new">
        <pc:chgData name="Muhammed Miah" userId="S::muhammed.miah@sandwell.ac.uk::0e20bf18-5ea6-47bf-82bb-ae77a37497ea" providerId="AD" clId="Web-{25A1B869-F99D-C143-C0FB-A76BFA0CD12C}" dt="2024-11-09T23:54:31.872" v="87" actId="20577"/>
        <pc:sldMkLst>
          <pc:docMk/>
          <pc:sldMk cId="2485964901" sldId="262"/>
        </pc:sldMkLst>
        <pc:spChg chg="mod">
          <ac:chgData name="Muhammed Miah" userId="S::muhammed.miah@sandwell.ac.uk::0e20bf18-5ea6-47bf-82bb-ae77a37497ea" providerId="AD" clId="Web-{25A1B869-F99D-C143-C0FB-A76BFA0CD12C}" dt="2024-11-09T23:54:31.872" v="87" actId="20577"/>
          <ac:spMkLst>
            <pc:docMk/>
            <pc:sldMk cId="2485964901" sldId="262"/>
            <ac:spMk id="2" creationId="{FB554673-6662-F5B7-810B-E9C018FDC7B5}"/>
          </ac:spMkLst>
        </pc:spChg>
      </pc:sldChg>
      <pc:sldChg chg="addSp delSp modSp new">
        <pc:chgData name="Muhammed Miah" userId="S::muhammed.miah@sandwell.ac.uk::0e20bf18-5ea6-47bf-82bb-ae77a37497ea" providerId="AD" clId="Web-{25A1B869-F99D-C143-C0FB-A76BFA0CD12C}" dt="2024-11-09T23:55:36.519" v="119" actId="1076"/>
        <pc:sldMkLst>
          <pc:docMk/>
          <pc:sldMk cId="4278955847" sldId="263"/>
        </pc:sldMkLst>
        <pc:spChg chg="mod">
          <ac:chgData name="Muhammed Miah" userId="S::muhammed.miah@sandwell.ac.uk::0e20bf18-5ea6-47bf-82bb-ae77a37497ea" providerId="AD" clId="Web-{25A1B869-F99D-C143-C0FB-A76BFA0CD12C}" dt="2024-11-09T23:55:12.971" v="112" actId="20577"/>
          <ac:spMkLst>
            <pc:docMk/>
            <pc:sldMk cId="4278955847" sldId="263"/>
            <ac:spMk id="2" creationId="{EB8B3AD0-31C7-E2EA-B91F-B1F0DEEE5A93}"/>
          </ac:spMkLst>
        </pc:spChg>
        <pc:spChg chg="del">
          <ac:chgData name="Muhammed Miah" userId="S::muhammed.miah@sandwell.ac.uk::0e20bf18-5ea6-47bf-82bb-ae77a37497ea" providerId="AD" clId="Web-{25A1B869-F99D-C143-C0FB-A76BFA0CD12C}" dt="2024-11-09T23:55:15.565" v="113"/>
          <ac:spMkLst>
            <pc:docMk/>
            <pc:sldMk cId="4278955847" sldId="263"/>
            <ac:spMk id="3" creationId="{00F3D7AE-BB3C-C9A7-89E1-8E976D27A08D}"/>
          </ac:spMkLst>
        </pc:spChg>
        <pc:picChg chg="add mod ord">
          <ac:chgData name="Muhammed Miah" userId="S::muhammed.miah@sandwell.ac.uk::0e20bf18-5ea6-47bf-82bb-ae77a37497ea" providerId="AD" clId="Web-{25A1B869-F99D-C143-C0FB-A76BFA0CD12C}" dt="2024-11-09T23:55:36.519" v="119" actId="1076"/>
          <ac:picMkLst>
            <pc:docMk/>
            <pc:sldMk cId="4278955847" sldId="263"/>
            <ac:picMk id="4" creationId="{7608ADF8-0669-DD28-407F-89043AEDFA2F}"/>
          </ac:picMkLst>
        </pc:picChg>
        <pc:picChg chg="add mod">
          <ac:chgData name="Muhammed Miah" userId="S::muhammed.miah@sandwell.ac.uk::0e20bf18-5ea6-47bf-82bb-ae77a37497ea" providerId="AD" clId="Web-{25A1B869-F99D-C143-C0FB-A76BFA0CD12C}" dt="2024-11-09T23:55:34.644" v="118" actId="1076"/>
          <ac:picMkLst>
            <pc:docMk/>
            <pc:sldMk cId="4278955847" sldId="263"/>
            <ac:picMk id="5" creationId="{489BD4F5-3F63-17D9-4E27-1C56AF899574}"/>
          </ac:picMkLst>
        </pc:picChg>
      </pc:sldChg>
      <pc:sldChg chg="modSp new">
        <pc:chgData name="Muhammed Miah" userId="S::muhammed.miah@sandwell.ac.uk::0e20bf18-5ea6-47bf-82bb-ae77a37497ea" providerId="AD" clId="Web-{25A1B869-F99D-C143-C0FB-A76BFA0CD12C}" dt="2024-11-09T23:56:14.348" v="137" actId="20577"/>
        <pc:sldMkLst>
          <pc:docMk/>
          <pc:sldMk cId="1154309547" sldId="264"/>
        </pc:sldMkLst>
        <pc:spChg chg="mod">
          <ac:chgData name="Muhammed Miah" userId="S::muhammed.miah@sandwell.ac.uk::0e20bf18-5ea6-47bf-82bb-ae77a37497ea" providerId="AD" clId="Web-{25A1B869-F99D-C143-C0FB-A76BFA0CD12C}" dt="2024-11-09T23:56:14.348" v="137" actId="20577"/>
          <ac:spMkLst>
            <pc:docMk/>
            <pc:sldMk cId="1154309547" sldId="264"/>
            <ac:spMk id="2" creationId="{F0394239-EE44-D69C-27A8-B477A90438C8}"/>
          </ac:spMkLst>
        </pc:spChg>
      </pc:sldChg>
      <pc:sldChg chg="addSp delSp modSp new">
        <pc:chgData name="Muhammed Miah" userId="S::muhammed.miah@sandwell.ac.uk::0e20bf18-5ea6-47bf-82bb-ae77a37497ea" providerId="AD" clId="Web-{25A1B869-F99D-C143-C0FB-A76BFA0CD12C}" dt="2024-11-09T23:57:18.132" v="173"/>
        <pc:sldMkLst>
          <pc:docMk/>
          <pc:sldMk cId="4289749005" sldId="265"/>
        </pc:sldMkLst>
        <pc:spChg chg="mod">
          <ac:chgData name="Muhammed Miah" userId="S::muhammed.miah@sandwell.ac.uk::0e20bf18-5ea6-47bf-82bb-ae77a37497ea" providerId="AD" clId="Web-{25A1B869-F99D-C143-C0FB-A76BFA0CD12C}" dt="2024-11-09T23:57:16.491" v="172" actId="20577"/>
          <ac:spMkLst>
            <pc:docMk/>
            <pc:sldMk cId="4289749005" sldId="265"/>
            <ac:spMk id="2" creationId="{34F606A6-26A4-95DB-C31A-AB9885600CBE}"/>
          </ac:spMkLst>
        </pc:spChg>
        <pc:spChg chg="del">
          <ac:chgData name="Muhammed Miah" userId="S::muhammed.miah@sandwell.ac.uk::0e20bf18-5ea6-47bf-82bb-ae77a37497ea" providerId="AD" clId="Web-{25A1B869-F99D-C143-C0FB-A76BFA0CD12C}" dt="2024-11-09T23:57:18.132" v="173"/>
          <ac:spMkLst>
            <pc:docMk/>
            <pc:sldMk cId="4289749005" sldId="265"/>
            <ac:spMk id="3" creationId="{5B57D61A-4231-F4DB-FA61-48A6112FE391}"/>
          </ac:spMkLst>
        </pc:spChg>
        <pc:picChg chg="add mod ord">
          <ac:chgData name="Muhammed Miah" userId="S::muhammed.miah@sandwell.ac.uk::0e20bf18-5ea6-47bf-82bb-ae77a37497ea" providerId="AD" clId="Web-{25A1B869-F99D-C143-C0FB-A76BFA0CD12C}" dt="2024-11-09T23:57:18.132" v="173"/>
          <ac:picMkLst>
            <pc:docMk/>
            <pc:sldMk cId="4289749005" sldId="265"/>
            <ac:picMk id="4" creationId="{4234F20C-2C28-ED25-EFBE-3F562C173AE5}"/>
          </ac:picMkLst>
        </pc:picChg>
      </pc:sldChg>
      <pc:sldChg chg="addSp delSp modSp new">
        <pc:chgData name="Muhammed Miah" userId="S::muhammed.miah@sandwell.ac.uk::0e20bf18-5ea6-47bf-82bb-ae77a37497ea" providerId="AD" clId="Web-{25A1B869-F99D-C143-C0FB-A76BFA0CD12C}" dt="2024-11-09T23:58:28.899" v="192"/>
        <pc:sldMkLst>
          <pc:docMk/>
          <pc:sldMk cId="167733189" sldId="266"/>
        </pc:sldMkLst>
        <pc:spChg chg="mod">
          <ac:chgData name="Muhammed Miah" userId="S::muhammed.miah@sandwell.ac.uk::0e20bf18-5ea6-47bf-82bb-ae77a37497ea" providerId="AD" clId="Web-{25A1B869-F99D-C143-C0FB-A76BFA0CD12C}" dt="2024-11-09T23:57:38.023" v="190" actId="20577"/>
          <ac:spMkLst>
            <pc:docMk/>
            <pc:sldMk cId="167733189" sldId="266"/>
            <ac:spMk id="2" creationId="{F302CB7C-4288-34FF-5BB7-DB75D8A458B7}"/>
          </ac:spMkLst>
        </pc:spChg>
        <pc:spChg chg="del">
          <ac:chgData name="Muhammed Miah" userId="S::muhammed.miah@sandwell.ac.uk::0e20bf18-5ea6-47bf-82bb-ae77a37497ea" providerId="AD" clId="Web-{25A1B869-F99D-C143-C0FB-A76BFA0CD12C}" dt="2024-11-09T23:57:51.148" v="191"/>
          <ac:spMkLst>
            <pc:docMk/>
            <pc:sldMk cId="167733189" sldId="266"/>
            <ac:spMk id="3" creationId="{E9EAF701-45A1-8853-F0E9-2348432E0316}"/>
          </ac:spMkLst>
        </pc:spChg>
        <pc:picChg chg="add mod ord">
          <ac:chgData name="Muhammed Miah" userId="S::muhammed.miah@sandwell.ac.uk::0e20bf18-5ea6-47bf-82bb-ae77a37497ea" providerId="AD" clId="Web-{25A1B869-F99D-C143-C0FB-A76BFA0CD12C}" dt="2024-11-09T23:57:51.148" v="191"/>
          <ac:picMkLst>
            <pc:docMk/>
            <pc:sldMk cId="167733189" sldId="266"/>
            <ac:picMk id="4" creationId="{4422ADD5-D554-3787-C8EE-7E99CA1AC4C4}"/>
          </ac:picMkLst>
        </pc:picChg>
        <pc:picChg chg="add mod">
          <ac:chgData name="Muhammed Miah" userId="S::muhammed.miah@sandwell.ac.uk::0e20bf18-5ea6-47bf-82bb-ae77a37497ea" providerId="AD" clId="Web-{25A1B869-F99D-C143-C0FB-A76BFA0CD12C}" dt="2024-11-09T23:58:28.899" v="192"/>
          <ac:picMkLst>
            <pc:docMk/>
            <pc:sldMk cId="167733189" sldId="266"/>
            <ac:picMk id="5" creationId="{A19F6D1E-684C-2F09-15AE-10940038BBE4}"/>
          </ac:picMkLst>
        </pc:picChg>
      </pc:sldChg>
      <pc:sldChg chg="addSp delSp modSp new">
        <pc:chgData name="Muhammed Miah" userId="S::muhammed.miah@sandwell.ac.uk::0e20bf18-5ea6-47bf-82bb-ae77a37497ea" providerId="AD" clId="Web-{25A1B869-F99D-C143-C0FB-A76BFA0CD12C}" dt="2024-11-09T23:59:49.699" v="217"/>
        <pc:sldMkLst>
          <pc:docMk/>
          <pc:sldMk cId="2889358215" sldId="267"/>
        </pc:sldMkLst>
        <pc:spChg chg="mod">
          <ac:chgData name="Muhammed Miah" userId="S::muhammed.miah@sandwell.ac.uk::0e20bf18-5ea6-47bf-82bb-ae77a37497ea" providerId="AD" clId="Web-{25A1B869-F99D-C143-C0FB-A76BFA0CD12C}" dt="2024-11-09T23:58:45.087" v="215" actId="20577"/>
          <ac:spMkLst>
            <pc:docMk/>
            <pc:sldMk cId="2889358215" sldId="267"/>
            <ac:spMk id="2" creationId="{E2500C65-2F14-5780-00FF-C43E6771A978}"/>
          </ac:spMkLst>
        </pc:spChg>
        <pc:spChg chg="del">
          <ac:chgData name="Muhammed Miah" userId="S::muhammed.miah@sandwell.ac.uk::0e20bf18-5ea6-47bf-82bb-ae77a37497ea" providerId="AD" clId="Web-{25A1B869-F99D-C143-C0FB-A76BFA0CD12C}" dt="2024-11-09T23:59:01.713" v="216"/>
          <ac:spMkLst>
            <pc:docMk/>
            <pc:sldMk cId="2889358215" sldId="267"/>
            <ac:spMk id="3" creationId="{9380317F-A2CA-5E2A-A2A7-C869F072728F}"/>
          </ac:spMkLst>
        </pc:spChg>
        <pc:picChg chg="add mod ord">
          <ac:chgData name="Muhammed Miah" userId="S::muhammed.miah@sandwell.ac.uk::0e20bf18-5ea6-47bf-82bb-ae77a37497ea" providerId="AD" clId="Web-{25A1B869-F99D-C143-C0FB-A76BFA0CD12C}" dt="2024-11-09T23:59:01.713" v="216"/>
          <ac:picMkLst>
            <pc:docMk/>
            <pc:sldMk cId="2889358215" sldId="267"/>
            <ac:picMk id="4" creationId="{684F884C-D5C7-0818-EF13-34B8EE6F2CCB}"/>
          </ac:picMkLst>
        </pc:picChg>
        <pc:picChg chg="add mod">
          <ac:chgData name="Muhammed Miah" userId="S::muhammed.miah@sandwell.ac.uk::0e20bf18-5ea6-47bf-82bb-ae77a37497ea" providerId="AD" clId="Web-{25A1B869-F99D-C143-C0FB-A76BFA0CD12C}" dt="2024-11-09T23:59:49.699" v="217"/>
          <ac:picMkLst>
            <pc:docMk/>
            <pc:sldMk cId="2889358215" sldId="267"/>
            <ac:picMk id="5" creationId="{D216F14E-BCE6-5BEB-0E44-93369C9D8E50}"/>
          </ac:picMkLst>
        </pc:picChg>
      </pc:sldChg>
      <pc:sldChg chg="addSp delSp modSp new">
        <pc:chgData name="Muhammed Miah" userId="S::muhammed.miah@sandwell.ac.uk::0e20bf18-5ea6-47bf-82bb-ae77a37497ea" providerId="AD" clId="Web-{25A1B869-F99D-C143-C0FB-A76BFA0CD12C}" dt="2024-11-10T00:03:47.785" v="233"/>
        <pc:sldMkLst>
          <pc:docMk/>
          <pc:sldMk cId="2849894108" sldId="268"/>
        </pc:sldMkLst>
        <pc:spChg chg="mod">
          <ac:chgData name="Muhammed Miah" userId="S::muhammed.miah@sandwell.ac.uk::0e20bf18-5ea6-47bf-82bb-ae77a37497ea" providerId="AD" clId="Web-{25A1B869-F99D-C143-C0FB-A76BFA0CD12C}" dt="2024-11-10T00:01:31.515" v="231" actId="20577"/>
          <ac:spMkLst>
            <pc:docMk/>
            <pc:sldMk cId="2849894108" sldId="268"/>
            <ac:spMk id="2" creationId="{5EBB1441-713D-4BE2-8AF4-9ACD410322E3}"/>
          </ac:spMkLst>
        </pc:spChg>
        <pc:spChg chg="del">
          <ac:chgData name="Muhammed Miah" userId="S::muhammed.miah@sandwell.ac.uk::0e20bf18-5ea6-47bf-82bb-ae77a37497ea" providerId="AD" clId="Web-{25A1B869-F99D-C143-C0FB-A76BFA0CD12C}" dt="2024-11-10T00:01:33.765" v="232"/>
          <ac:spMkLst>
            <pc:docMk/>
            <pc:sldMk cId="2849894108" sldId="268"/>
            <ac:spMk id="3" creationId="{9A795550-6D28-F518-CAD1-B4FC2427FAC5}"/>
          </ac:spMkLst>
        </pc:spChg>
        <pc:picChg chg="add mod ord">
          <ac:chgData name="Muhammed Miah" userId="S::muhammed.miah@sandwell.ac.uk::0e20bf18-5ea6-47bf-82bb-ae77a37497ea" providerId="AD" clId="Web-{25A1B869-F99D-C143-C0FB-A76BFA0CD12C}" dt="2024-11-10T00:01:33.765" v="232"/>
          <ac:picMkLst>
            <pc:docMk/>
            <pc:sldMk cId="2849894108" sldId="268"/>
            <ac:picMk id="4" creationId="{0C07DF1F-820A-0D9B-DAFA-5C3ADEDD7794}"/>
          </ac:picMkLst>
        </pc:picChg>
        <pc:picChg chg="add mod">
          <ac:chgData name="Muhammed Miah" userId="S::muhammed.miah@sandwell.ac.uk::0e20bf18-5ea6-47bf-82bb-ae77a37497ea" providerId="AD" clId="Web-{25A1B869-F99D-C143-C0FB-A76BFA0CD12C}" dt="2024-11-10T00:03:47.785" v="233"/>
          <ac:picMkLst>
            <pc:docMk/>
            <pc:sldMk cId="2849894108" sldId="268"/>
            <ac:picMk id="5" creationId="{A7FA647D-004B-195C-1599-045038B0B45C}"/>
          </ac:picMkLst>
        </pc:picChg>
      </pc:sldChg>
      <pc:sldChg chg="modSp new">
        <pc:chgData name="Muhammed Miah" userId="S::muhammed.miah@sandwell.ac.uk::0e20bf18-5ea6-47bf-82bb-ae77a37497ea" providerId="AD" clId="Web-{25A1B869-F99D-C143-C0FB-A76BFA0CD12C}" dt="2024-11-10T00:03:58.754" v="252" actId="20577"/>
        <pc:sldMkLst>
          <pc:docMk/>
          <pc:sldMk cId="2683651054" sldId="269"/>
        </pc:sldMkLst>
        <pc:spChg chg="mod">
          <ac:chgData name="Muhammed Miah" userId="S::muhammed.miah@sandwell.ac.uk::0e20bf18-5ea6-47bf-82bb-ae77a37497ea" providerId="AD" clId="Web-{25A1B869-F99D-C143-C0FB-A76BFA0CD12C}" dt="2024-11-10T00:03:58.754" v="252" actId="20577"/>
          <ac:spMkLst>
            <pc:docMk/>
            <pc:sldMk cId="2683651054" sldId="269"/>
            <ac:spMk id="2" creationId="{8B80859B-5068-B828-1E4D-9B61B7250CE9}"/>
          </ac:spMkLst>
        </pc:spChg>
      </pc:sldChg>
      <pc:sldChg chg="delSp modSp new">
        <pc:chgData name="Muhammed Miah" userId="S::muhammed.miah@sandwell.ac.uk::0e20bf18-5ea6-47bf-82bb-ae77a37497ea" providerId="AD" clId="Web-{25A1B869-F99D-C143-C0FB-A76BFA0CD12C}" dt="2024-11-10T00:04:17.067" v="288"/>
        <pc:sldMkLst>
          <pc:docMk/>
          <pc:sldMk cId="3933312081" sldId="270"/>
        </pc:sldMkLst>
        <pc:spChg chg="mod">
          <ac:chgData name="Muhammed Miah" userId="S::muhammed.miah@sandwell.ac.uk::0e20bf18-5ea6-47bf-82bb-ae77a37497ea" providerId="AD" clId="Web-{25A1B869-F99D-C143-C0FB-A76BFA0CD12C}" dt="2024-11-10T00:04:14.942" v="287" actId="20577"/>
          <ac:spMkLst>
            <pc:docMk/>
            <pc:sldMk cId="3933312081" sldId="270"/>
            <ac:spMk id="2" creationId="{5FA020D7-DF4A-9CF8-8B16-FF046628699E}"/>
          </ac:spMkLst>
        </pc:spChg>
        <pc:spChg chg="del">
          <ac:chgData name="Muhammed Miah" userId="S::muhammed.miah@sandwell.ac.uk::0e20bf18-5ea6-47bf-82bb-ae77a37497ea" providerId="AD" clId="Web-{25A1B869-F99D-C143-C0FB-A76BFA0CD12C}" dt="2024-11-10T00:04:17.067" v="288"/>
          <ac:spMkLst>
            <pc:docMk/>
            <pc:sldMk cId="3933312081" sldId="270"/>
            <ac:spMk id="3" creationId="{62288047-9A57-7C15-D211-7B081442C358}"/>
          </ac:spMkLst>
        </pc:spChg>
      </pc:sldChg>
    </pc:docChg>
  </pc:docChgLst>
  <pc:docChgLst>
    <pc:chgData name="Muhammed Miah" userId="S::muhammed.miah@sandwell.ac.uk::0e20bf18-5ea6-47bf-82bb-ae77a37497ea" providerId="AD" clId="Web-{25601707-544B-3B4A-9918-0068AB79FFFB}"/>
    <pc:docChg chg="addSld delSld modSld sldOrd">
      <pc:chgData name="Muhammed Miah" userId="S::muhammed.miah@sandwell.ac.uk::0e20bf18-5ea6-47bf-82bb-ae77a37497ea" providerId="AD" clId="Web-{25601707-544B-3B4A-9918-0068AB79FFFB}" dt="2024-11-10T17:15:52.103" v="646"/>
      <pc:docMkLst>
        <pc:docMk/>
      </pc:docMkLst>
      <pc:sldChg chg="addSp modSp mod setBg">
        <pc:chgData name="Muhammed Miah" userId="S::muhammed.miah@sandwell.ac.uk::0e20bf18-5ea6-47bf-82bb-ae77a37497ea" providerId="AD" clId="Web-{25601707-544B-3B4A-9918-0068AB79FFFB}" dt="2024-11-10T17:01:39.957" v="86" actId="1076"/>
        <pc:sldMkLst>
          <pc:docMk/>
          <pc:sldMk cId="3618922713" sldId="258"/>
        </pc:sldMkLst>
        <pc:spChg chg="mod">
          <ac:chgData name="Muhammed Miah" userId="S::muhammed.miah@sandwell.ac.uk::0e20bf18-5ea6-47bf-82bb-ae77a37497ea" providerId="AD" clId="Web-{25601707-544B-3B4A-9918-0068AB79FFFB}" dt="2024-11-10T17:01:35.348" v="85" actId="20577"/>
          <ac:spMkLst>
            <pc:docMk/>
            <pc:sldMk cId="3618922713" sldId="258"/>
            <ac:spMk id="2" creationId="{CDC32061-BCBA-A920-4C73-D75312BB9E61}"/>
          </ac:spMkLst>
        </pc:spChg>
        <pc:spChg chg="add mod">
          <ac:chgData name="Muhammed Miah" userId="S::muhammed.miah@sandwell.ac.uk::0e20bf18-5ea6-47bf-82bb-ae77a37497ea" providerId="AD" clId="Web-{25601707-544B-3B4A-9918-0068AB79FFFB}" dt="2024-11-10T17:01:30.394" v="82" actId="20577"/>
          <ac:spMkLst>
            <pc:docMk/>
            <pc:sldMk cId="3618922713" sldId="258"/>
            <ac:spMk id="12" creationId="{9CF41EA8-47DC-B4C8-A1C9-3A97DF5FD97C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0:39.081" v="6"/>
          <ac:spMkLst>
            <pc:docMk/>
            <pc:sldMk cId="3618922713" sldId="258"/>
            <ac:spMk id="15" creationId="{5AA03EDC-7067-4DFF-B672-541D016AAAB8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0:39.081" v="6"/>
          <ac:spMkLst>
            <pc:docMk/>
            <pc:sldMk cId="3618922713" sldId="258"/>
            <ac:spMk id="17" creationId="{0EBF3E39-B0BE-496A-8604-9007470FFA3A}"/>
          </ac:spMkLst>
        </pc:spChg>
        <pc:picChg chg="mod">
          <ac:chgData name="Muhammed Miah" userId="S::muhammed.miah@sandwell.ac.uk::0e20bf18-5ea6-47bf-82bb-ae77a37497ea" providerId="AD" clId="Web-{25601707-544B-3B4A-9918-0068AB79FFFB}" dt="2024-11-10T17:01:39.957" v="86" actId="1076"/>
          <ac:picMkLst>
            <pc:docMk/>
            <pc:sldMk cId="3618922713" sldId="258"/>
            <ac:picMk id="8" creationId="{2A20ED49-5E45-33AC-515A-64C3760A0D75}"/>
          </ac:picMkLst>
        </pc:picChg>
      </pc:sldChg>
      <pc:sldChg chg="addSp modSp mod setBg">
        <pc:chgData name="Muhammed Miah" userId="S::muhammed.miah@sandwell.ac.uk::0e20bf18-5ea6-47bf-82bb-ae77a37497ea" providerId="AD" clId="Web-{25601707-544B-3B4A-9918-0068AB79FFFB}" dt="2024-11-10T17:02:42.865" v="126" actId="1076"/>
        <pc:sldMkLst>
          <pc:docMk/>
          <pc:sldMk cId="3173997075" sldId="261"/>
        </pc:sldMkLst>
        <pc:spChg chg="mod">
          <ac:chgData name="Muhammed Miah" userId="S::muhammed.miah@sandwell.ac.uk::0e20bf18-5ea6-47bf-82bb-ae77a37497ea" providerId="AD" clId="Web-{25601707-544B-3B4A-9918-0068AB79FFFB}" dt="2024-11-10T17:01:57.786" v="91" actId="20577"/>
          <ac:spMkLst>
            <pc:docMk/>
            <pc:sldMk cId="3173997075" sldId="261"/>
            <ac:spMk id="2" creationId="{1F56B0E7-AE42-CE7C-1DF9-95B70B9B614C}"/>
          </ac:spMkLst>
        </pc:spChg>
        <pc:spChg chg="add mod">
          <ac:chgData name="Muhammed Miah" userId="S::muhammed.miah@sandwell.ac.uk::0e20bf18-5ea6-47bf-82bb-ae77a37497ea" providerId="AD" clId="Web-{25601707-544B-3B4A-9918-0068AB79FFFB}" dt="2024-11-10T17:02:37.443" v="125" actId="1076"/>
          <ac:spMkLst>
            <pc:docMk/>
            <pc:sldMk cId="3173997075" sldId="261"/>
            <ac:spMk id="4" creationId="{773306BA-B261-8289-0E6B-A7B88187DB9D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1:47.114" v="87"/>
          <ac:spMkLst>
            <pc:docMk/>
            <pc:sldMk cId="3173997075" sldId="261"/>
            <ac:spMk id="10" creationId="{C6FC42E6-6C25-4922-95D2-B97B1E123559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1:47.114" v="87"/>
          <ac:spMkLst>
            <pc:docMk/>
            <pc:sldMk cId="3173997075" sldId="261"/>
            <ac:spMk id="12" creationId="{0295F874-A8A5-4A14-8CFC-828968DE64C4}"/>
          </ac:spMkLst>
        </pc:spChg>
        <pc:picChg chg="mod">
          <ac:chgData name="Muhammed Miah" userId="S::muhammed.miah@sandwell.ac.uk::0e20bf18-5ea6-47bf-82bb-ae77a37497ea" providerId="AD" clId="Web-{25601707-544B-3B4A-9918-0068AB79FFFB}" dt="2024-11-10T17:02:42.865" v="126" actId="1076"/>
          <ac:picMkLst>
            <pc:docMk/>
            <pc:sldMk cId="3173997075" sldId="261"/>
            <ac:picMk id="5" creationId="{43134626-FB00-2682-FEBA-B4DCE0FA45AF}"/>
          </ac:picMkLst>
        </pc:picChg>
      </pc:sldChg>
      <pc:sldChg chg="addSp delSp modSp">
        <pc:chgData name="Muhammed Miah" userId="S::muhammed.miah@sandwell.ac.uk::0e20bf18-5ea6-47bf-82bb-ae77a37497ea" providerId="AD" clId="Web-{25601707-544B-3B4A-9918-0068AB79FFFB}" dt="2024-11-10T17:00:32.690" v="5" actId="1076"/>
        <pc:sldMkLst>
          <pc:docMk/>
          <pc:sldMk cId="2485964901" sldId="262"/>
        </pc:sldMkLst>
        <pc:spChg chg="mod">
          <ac:chgData name="Muhammed Miah" userId="S::muhammed.miah@sandwell.ac.uk::0e20bf18-5ea6-47bf-82bb-ae77a37497ea" providerId="AD" clId="Web-{25601707-544B-3B4A-9918-0068AB79FFFB}" dt="2024-11-10T17:00:32.690" v="5" actId="1076"/>
          <ac:spMkLst>
            <pc:docMk/>
            <pc:sldMk cId="2485964901" sldId="262"/>
            <ac:spMk id="2" creationId="{FB554673-6662-F5B7-810B-E9C018FDC7B5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00:22.127" v="0"/>
          <ac:spMkLst>
            <pc:docMk/>
            <pc:sldMk cId="2485964901" sldId="262"/>
            <ac:spMk id="7" creationId="{C27D7A02-907B-496F-BA7E-AA3780733CA7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00:22.127" v="0"/>
          <ac:spMkLst>
            <pc:docMk/>
            <pc:sldMk cId="2485964901" sldId="262"/>
            <ac:spMk id="9" creationId="{0FBA5268-0AE7-4CAD-9537-D0EB09E76406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00:22.127" v="0"/>
          <ac:spMkLst>
            <pc:docMk/>
            <pc:sldMk cId="2485964901" sldId="262"/>
            <ac:spMk id="11" creationId="{088D065B-39DA-4077-B9CF-E489CE4C0169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0:22.127" v="0"/>
          <ac:spMkLst>
            <pc:docMk/>
            <pc:sldMk cId="2485964901" sldId="262"/>
            <ac:spMk id="16" creationId="{C27D7A02-907B-496F-BA7E-AA3780733CA7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0:22.127" v="0"/>
          <ac:spMkLst>
            <pc:docMk/>
            <pc:sldMk cId="2485964901" sldId="262"/>
            <ac:spMk id="18" creationId="{0FBA5268-0AE7-4CAD-9537-D0EB09E76406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0:22.127" v="0"/>
          <ac:spMkLst>
            <pc:docMk/>
            <pc:sldMk cId="2485964901" sldId="262"/>
            <ac:spMk id="20" creationId="{088D065B-39DA-4077-B9CF-E489CE4C0169}"/>
          </ac:spMkLst>
        </pc:spChg>
      </pc:sldChg>
      <pc:sldChg chg="addSp delSp modSp del mod setBg">
        <pc:chgData name="Muhammed Miah" userId="S::muhammed.miah@sandwell.ac.uk::0e20bf18-5ea6-47bf-82bb-ae77a37497ea" providerId="AD" clId="Web-{25601707-544B-3B4A-9918-0068AB79FFFB}" dt="2024-11-10T17:04:51.603" v="160"/>
        <pc:sldMkLst>
          <pc:docMk/>
          <pc:sldMk cId="4278955847" sldId="263"/>
        </pc:sldMkLst>
        <pc:spChg chg="mod">
          <ac:chgData name="Muhammed Miah" userId="S::muhammed.miah@sandwell.ac.uk::0e20bf18-5ea6-47bf-82bb-ae77a37497ea" providerId="AD" clId="Web-{25601707-544B-3B4A-9918-0068AB79FFFB}" dt="2024-11-10T17:02:50.943" v="127"/>
          <ac:spMkLst>
            <pc:docMk/>
            <pc:sldMk cId="4278955847" sldId="263"/>
            <ac:spMk id="2" creationId="{EB8B3AD0-31C7-E2EA-B91F-B1F0DEEE5A93}"/>
          </ac:spMkLst>
        </pc:spChg>
        <pc:spChg chg="add del">
          <ac:chgData name="Muhammed Miah" userId="S::muhammed.miah@sandwell.ac.uk::0e20bf18-5ea6-47bf-82bb-ae77a37497ea" providerId="AD" clId="Web-{25601707-544B-3B4A-9918-0068AB79FFFB}" dt="2024-11-10T17:02:52.803" v="128"/>
          <ac:spMkLst>
            <pc:docMk/>
            <pc:sldMk cId="4278955847" sldId="263"/>
            <ac:spMk id="9" creationId="{275722A9-0B91-761D-11C1-640D5D0A5480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2:50.943" v="127"/>
          <ac:spMkLst>
            <pc:docMk/>
            <pc:sldMk cId="4278955847" sldId="263"/>
            <ac:spMk id="12" creationId="{20366137-3DBB-4912-98D5-6727020207DE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2:50.943" v="127"/>
          <ac:spMkLst>
            <pc:docMk/>
            <pc:sldMk cId="4278955847" sldId="263"/>
            <ac:spMk id="14" creationId="{5D28D1CE-5BF4-45B7-8D6D-B31A3198079C}"/>
          </ac:spMkLst>
        </pc:spChg>
        <pc:picChg chg="mod">
          <ac:chgData name="Muhammed Miah" userId="S::muhammed.miah@sandwell.ac.uk::0e20bf18-5ea6-47bf-82bb-ae77a37497ea" providerId="AD" clId="Web-{25601707-544B-3B4A-9918-0068AB79FFFB}" dt="2024-11-10T17:02:50.943" v="127"/>
          <ac:picMkLst>
            <pc:docMk/>
            <pc:sldMk cId="4278955847" sldId="263"/>
            <ac:picMk id="4" creationId="{7608ADF8-0669-DD28-407F-89043AEDFA2F}"/>
          </ac:picMkLst>
        </pc:picChg>
        <pc:picChg chg="mod">
          <ac:chgData name="Muhammed Miah" userId="S::muhammed.miah@sandwell.ac.uk::0e20bf18-5ea6-47bf-82bb-ae77a37497ea" providerId="AD" clId="Web-{25601707-544B-3B4A-9918-0068AB79FFFB}" dt="2024-11-10T17:02:50.943" v="127"/>
          <ac:picMkLst>
            <pc:docMk/>
            <pc:sldMk cId="4278955847" sldId="263"/>
            <ac:picMk id="5" creationId="{489BD4F5-3F63-17D9-4E27-1C56AF899574}"/>
          </ac:picMkLst>
        </pc:picChg>
      </pc:sldChg>
      <pc:sldChg chg="addSp delSp modSp mod setBg">
        <pc:chgData name="Muhammed Miah" userId="S::muhammed.miah@sandwell.ac.uk::0e20bf18-5ea6-47bf-82bb-ae77a37497ea" providerId="AD" clId="Web-{25601707-544B-3B4A-9918-0068AB79FFFB}" dt="2024-11-10T17:05:25.666" v="180" actId="1076"/>
        <pc:sldMkLst>
          <pc:docMk/>
          <pc:sldMk cId="1154309547" sldId="264"/>
        </pc:sldMkLst>
        <pc:spChg chg="mod">
          <ac:chgData name="Muhammed Miah" userId="S::muhammed.miah@sandwell.ac.uk::0e20bf18-5ea6-47bf-82bb-ae77a37497ea" providerId="AD" clId="Web-{25601707-544B-3B4A-9918-0068AB79FFFB}" dt="2024-11-10T17:05:25.666" v="180" actId="1076"/>
          <ac:spMkLst>
            <pc:docMk/>
            <pc:sldMk cId="1154309547" sldId="264"/>
            <ac:spMk id="2" creationId="{F0394239-EE44-D69C-27A8-B477A90438C8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04:57.978" v="161"/>
          <ac:spMkLst>
            <pc:docMk/>
            <pc:sldMk cId="1154309547" sldId="264"/>
            <ac:spMk id="3" creationId="{5878AC7B-A7E1-63F5-95C8-63D814630865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5:15.213" v="175"/>
          <ac:spMkLst>
            <pc:docMk/>
            <pc:sldMk cId="1154309547" sldId="264"/>
            <ac:spMk id="7" creationId="{3AC75B1D-4749-49A1-8553-FD296DD7CC9F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5:15.213" v="175"/>
          <ac:spMkLst>
            <pc:docMk/>
            <pc:sldMk cId="1154309547" sldId="264"/>
            <ac:spMk id="9" creationId="{9A8ECCF6-3858-46C9-8F9F-C06506CC3F9F}"/>
          </ac:spMkLst>
        </pc:spChg>
      </pc:sldChg>
      <pc:sldChg chg="addSp modSp mod setBg">
        <pc:chgData name="Muhammed Miah" userId="S::muhammed.miah@sandwell.ac.uk::0e20bf18-5ea6-47bf-82bb-ae77a37497ea" providerId="AD" clId="Web-{25601707-544B-3B4A-9918-0068AB79FFFB}" dt="2024-11-10T17:06:50.512" v="244" actId="20577"/>
        <pc:sldMkLst>
          <pc:docMk/>
          <pc:sldMk cId="4289749005" sldId="265"/>
        </pc:sldMkLst>
        <pc:spChg chg="mod">
          <ac:chgData name="Muhammed Miah" userId="S::muhammed.miah@sandwell.ac.uk::0e20bf18-5ea6-47bf-82bb-ae77a37497ea" providerId="AD" clId="Web-{25601707-544B-3B4A-9918-0068AB79FFFB}" dt="2024-11-10T17:06:35.636" v="242" actId="20577"/>
          <ac:spMkLst>
            <pc:docMk/>
            <pc:sldMk cId="4289749005" sldId="265"/>
            <ac:spMk id="2" creationId="{34F606A6-26A4-95DB-C31A-AB9885600CBE}"/>
          </ac:spMkLst>
        </pc:spChg>
        <pc:spChg chg="add mod">
          <ac:chgData name="Muhammed Miah" userId="S::muhammed.miah@sandwell.ac.uk::0e20bf18-5ea6-47bf-82bb-ae77a37497ea" providerId="AD" clId="Web-{25601707-544B-3B4A-9918-0068AB79FFFB}" dt="2024-11-10T17:06:50.512" v="244" actId="20577"/>
          <ac:spMkLst>
            <pc:docMk/>
            <pc:sldMk cId="4289749005" sldId="265"/>
            <ac:spMk id="8" creationId="{67F168E6-F873-1D9E-4315-21E6CE2AD87D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5:32.885" v="181"/>
          <ac:spMkLst>
            <pc:docMk/>
            <pc:sldMk cId="4289749005" sldId="265"/>
            <ac:spMk id="11" creationId="{E9361D0E-0B35-42DA-8779-9780B96F55B1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5:32.885" v="181"/>
          <ac:spMkLst>
            <pc:docMk/>
            <pc:sldMk cId="4289749005" sldId="265"/>
            <ac:spMk id="13" creationId="{6EECC08E-F4F5-429A-B70B-B378AC0B0CE7}"/>
          </ac:spMkLst>
        </pc:spChg>
        <pc:picChg chg="mod">
          <ac:chgData name="Muhammed Miah" userId="S::muhammed.miah@sandwell.ac.uk::0e20bf18-5ea6-47bf-82bb-ae77a37497ea" providerId="AD" clId="Web-{25601707-544B-3B4A-9918-0068AB79FFFB}" dt="2024-11-10T17:06:26.792" v="239" actId="1076"/>
          <ac:picMkLst>
            <pc:docMk/>
            <pc:sldMk cId="4289749005" sldId="265"/>
            <ac:picMk id="4" creationId="{4234F20C-2C28-ED25-EFBE-3F562C173AE5}"/>
          </ac:picMkLst>
        </pc:picChg>
      </pc:sldChg>
      <pc:sldChg chg="addSp modSp mod setBg">
        <pc:chgData name="Muhammed Miah" userId="S::muhammed.miah@sandwell.ac.uk::0e20bf18-5ea6-47bf-82bb-ae77a37497ea" providerId="AD" clId="Web-{25601707-544B-3B4A-9918-0068AB79FFFB}" dt="2024-11-10T17:09:39.500" v="341" actId="1076"/>
        <pc:sldMkLst>
          <pc:docMk/>
          <pc:sldMk cId="167733189" sldId="266"/>
        </pc:sldMkLst>
        <pc:spChg chg="mod ord">
          <ac:chgData name="Muhammed Miah" userId="S::muhammed.miah@sandwell.ac.uk::0e20bf18-5ea6-47bf-82bb-ae77a37497ea" providerId="AD" clId="Web-{25601707-544B-3B4A-9918-0068AB79FFFB}" dt="2024-11-10T17:07:46.841" v="255" actId="1076"/>
          <ac:spMkLst>
            <pc:docMk/>
            <pc:sldMk cId="167733189" sldId="266"/>
            <ac:spMk id="2" creationId="{F302CB7C-4288-34FF-5BB7-DB75D8A458B7}"/>
          </ac:spMkLst>
        </pc:spChg>
        <pc:spChg chg="add mod">
          <ac:chgData name="Muhammed Miah" userId="S::muhammed.miah@sandwell.ac.uk::0e20bf18-5ea6-47bf-82bb-ae77a37497ea" providerId="AD" clId="Web-{25601707-544B-3B4A-9918-0068AB79FFFB}" dt="2024-11-10T17:08:41.874" v="272" actId="1076"/>
          <ac:spMkLst>
            <pc:docMk/>
            <pc:sldMk cId="167733189" sldId="266"/>
            <ac:spMk id="3" creationId="{8DE2EC75-70C6-801C-D710-38003BF59898}"/>
          </ac:spMkLst>
        </pc:spChg>
        <pc:spChg chg="add mod">
          <ac:chgData name="Muhammed Miah" userId="S::muhammed.miah@sandwell.ac.uk::0e20bf18-5ea6-47bf-82bb-ae77a37497ea" providerId="AD" clId="Web-{25601707-544B-3B4A-9918-0068AB79FFFB}" dt="2024-11-10T17:09:39.500" v="341" actId="1076"/>
          <ac:spMkLst>
            <pc:docMk/>
            <pc:sldMk cId="167733189" sldId="266"/>
            <ac:spMk id="7" creationId="{13630071-4E3C-EFB6-F80B-951254CC9F37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7:22.825" v="245"/>
          <ac:spMkLst>
            <pc:docMk/>
            <pc:sldMk cId="167733189" sldId="266"/>
            <ac:spMk id="10" creationId="{B0A9E55F-729A-4FCE-9FE3-BAE7A7BEFBC8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07:22.825" v="245"/>
          <ac:spMkLst>
            <pc:docMk/>
            <pc:sldMk cId="167733189" sldId="266"/>
            <ac:spMk id="12" creationId="{4462B9B4-A230-4FCE-AD96-E79B8B458487}"/>
          </ac:spMkLst>
        </pc:spChg>
        <pc:picChg chg="mod ord">
          <ac:chgData name="Muhammed Miah" userId="S::muhammed.miah@sandwell.ac.uk::0e20bf18-5ea6-47bf-82bb-ae77a37497ea" providerId="AD" clId="Web-{25601707-544B-3B4A-9918-0068AB79FFFB}" dt="2024-11-10T17:07:56.545" v="261" actId="1076"/>
          <ac:picMkLst>
            <pc:docMk/>
            <pc:sldMk cId="167733189" sldId="266"/>
            <ac:picMk id="4" creationId="{4422ADD5-D554-3787-C8EE-7E99CA1AC4C4}"/>
          </ac:picMkLst>
        </pc:picChg>
        <pc:picChg chg="mod ord">
          <ac:chgData name="Muhammed Miah" userId="S::muhammed.miah@sandwell.ac.uk::0e20bf18-5ea6-47bf-82bb-ae77a37497ea" providerId="AD" clId="Web-{25601707-544B-3B4A-9918-0068AB79FFFB}" dt="2024-11-10T17:08:45.108" v="273" actId="1076"/>
          <ac:picMkLst>
            <pc:docMk/>
            <pc:sldMk cId="167733189" sldId="266"/>
            <ac:picMk id="5" creationId="{A19F6D1E-684C-2F09-15AE-10940038BBE4}"/>
          </ac:picMkLst>
        </pc:picChg>
      </pc:sldChg>
      <pc:sldChg chg="modSp del">
        <pc:chgData name="Muhammed Miah" userId="S::muhammed.miah@sandwell.ac.uk::0e20bf18-5ea6-47bf-82bb-ae77a37497ea" providerId="AD" clId="Web-{25601707-544B-3B4A-9918-0068AB79FFFB}" dt="2024-11-10T17:11:15.628" v="427"/>
        <pc:sldMkLst>
          <pc:docMk/>
          <pc:sldMk cId="2889358215" sldId="267"/>
        </pc:sldMkLst>
        <pc:picChg chg="mod">
          <ac:chgData name="Muhammed Miah" userId="S::muhammed.miah@sandwell.ac.uk::0e20bf18-5ea6-47bf-82bb-ae77a37497ea" providerId="AD" clId="Web-{25601707-544B-3B4A-9918-0068AB79FFFB}" dt="2024-11-10T17:10:00.985" v="354" actId="1076"/>
          <ac:picMkLst>
            <pc:docMk/>
            <pc:sldMk cId="2889358215" sldId="267"/>
            <ac:picMk id="5" creationId="{D216F14E-BCE6-5BEB-0E44-93369C9D8E50}"/>
          </ac:picMkLst>
        </pc:picChg>
      </pc:sldChg>
      <pc:sldChg chg="modSp del">
        <pc:chgData name="Muhammed Miah" userId="S::muhammed.miah@sandwell.ac.uk::0e20bf18-5ea6-47bf-82bb-ae77a37497ea" providerId="AD" clId="Web-{25601707-544B-3B4A-9918-0068AB79FFFB}" dt="2024-11-10T17:14:10.429" v="602"/>
        <pc:sldMkLst>
          <pc:docMk/>
          <pc:sldMk cId="2849894108" sldId="268"/>
        </pc:sldMkLst>
        <pc:picChg chg="mod">
          <ac:chgData name="Muhammed Miah" userId="S::muhammed.miah@sandwell.ac.uk::0e20bf18-5ea6-47bf-82bb-ae77a37497ea" providerId="AD" clId="Web-{25601707-544B-3B4A-9918-0068AB79FFFB}" dt="2024-11-10T17:11:36.769" v="447" actId="1076"/>
          <ac:picMkLst>
            <pc:docMk/>
            <pc:sldMk cId="2849894108" sldId="268"/>
            <ac:picMk id="5" creationId="{A7FA647D-004B-195C-1599-045038B0B45C}"/>
          </ac:picMkLst>
        </pc:picChg>
      </pc:sldChg>
      <pc:sldChg chg="addSp delSp modSp mod setBg">
        <pc:chgData name="Muhammed Miah" userId="S::muhammed.miah@sandwell.ac.uk::0e20bf18-5ea6-47bf-82bb-ae77a37497ea" providerId="AD" clId="Web-{25601707-544B-3B4A-9918-0068AB79FFFB}" dt="2024-11-10T17:15:44.087" v="645" actId="1076"/>
        <pc:sldMkLst>
          <pc:docMk/>
          <pc:sldMk cId="2683651054" sldId="269"/>
        </pc:sldMkLst>
        <pc:spChg chg="mod">
          <ac:chgData name="Muhammed Miah" userId="S::muhammed.miah@sandwell.ac.uk::0e20bf18-5ea6-47bf-82bb-ae77a37497ea" providerId="AD" clId="Web-{25601707-544B-3B4A-9918-0068AB79FFFB}" dt="2024-11-10T17:15:44.087" v="645" actId="1076"/>
          <ac:spMkLst>
            <pc:docMk/>
            <pc:sldMk cId="2683651054" sldId="269"/>
            <ac:spMk id="2" creationId="{8B80859B-5068-B828-1E4D-9B61B7250CE9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15:18.993" v="628"/>
          <ac:spMkLst>
            <pc:docMk/>
            <pc:sldMk cId="2683651054" sldId="269"/>
            <ac:spMk id="3" creationId="{02C2928B-6CD8-B6E7-457E-2869CB6D66CE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15:34.087" v="636"/>
          <ac:spMkLst>
            <pc:docMk/>
            <pc:sldMk cId="2683651054" sldId="269"/>
            <ac:spMk id="7" creationId="{3AC75B1D-4749-49A1-8553-FD296DD7CC9F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15:34.087" v="636"/>
          <ac:spMkLst>
            <pc:docMk/>
            <pc:sldMk cId="2683651054" sldId="269"/>
            <ac:spMk id="9" creationId="{9A8ECCF6-3858-46C9-8F9F-C06506CC3F9F}"/>
          </ac:spMkLst>
        </pc:spChg>
      </pc:sldChg>
      <pc:sldChg chg="addSp modSp mod setBg">
        <pc:chgData name="Muhammed Miah" userId="S::muhammed.miah@sandwell.ac.uk::0e20bf18-5ea6-47bf-82bb-ae77a37497ea" providerId="AD" clId="Web-{25601707-544B-3B4A-9918-0068AB79FFFB}" dt="2024-11-10T17:15:52.103" v="646"/>
        <pc:sldMkLst>
          <pc:docMk/>
          <pc:sldMk cId="3933312081" sldId="270"/>
        </pc:sldMkLst>
        <pc:spChg chg="mod">
          <ac:chgData name="Muhammed Miah" userId="S::muhammed.miah@sandwell.ac.uk::0e20bf18-5ea6-47bf-82bb-ae77a37497ea" providerId="AD" clId="Web-{25601707-544B-3B4A-9918-0068AB79FFFB}" dt="2024-11-10T17:15:52.103" v="646"/>
          <ac:spMkLst>
            <pc:docMk/>
            <pc:sldMk cId="3933312081" sldId="270"/>
            <ac:spMk id="2" creationId="{5FA020D7-DF4A-9CF8-8B16-FF046628699E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15:52.103" v="646"/>
          <ac:spMkLst>
            <pc:docMk/>
            <pc:sldMk cId="3933312081" sldId="270"/>
            <ac:spMk id="7" creationId="{3AC75B1D-4749-49A1-8553-FD296DD7CC9F}"/>
          </ac:spMkLst>
        </pc:spChg>
        <pc:spChg chg="add">
          <ac:chgData name="Muhammed Miah" userId="S::muhammed.miah@sandwell.ac.uk::0e20bf18-5ea6-47bf-82bb-ae77a37497ea" providerId="AD" clId="Web-{25601707-544B-3B4A-9918-0068AB79FFFB}" dt="2024-11-10T17:15:52.103" v="646"/>
          <ac:spMkLst>
            <pc:docMk/>
            <pc:sldMk cId="3933312081" sldId="270"/>
            <ac:spMk id="9" creationId="{9A8ECCF6-3858-46C9-8F9F-C06506CC3F9F}"/>
          </ac:spMkLst>
        </pc:spChg>
      </pc:sldChg>
      <pc:sldChg chg="addSp delSp modSp add ord replId">
        <pc:chgData name="Muhammed Miah" userId="S::muhammed.miah@sandwell.ac.uk::0e20bf18-5ea6-47bf-82bb-ae77a37497ea" providerId="AD" clId="Web-{25601707-544B-3B4A-9918-0068AB79FFFB}" dt="2024-11-10T17:04:20.461" v="159" actId="1076"/>
        <pc:sldMkLst>
          <pc:docMk/>
          <pc:sldMk cId="1289960301" sldId="271"/>
        </pc:sldMkLst>
        <pc:spChg chg="mod ord">
          <ac:chgData name="Muhammed Miah" userId="S::muhammed.miah@sandwell.ac.uk::0e20bf18-5ea6-47bf-82bb-ae77a37497ea" providerId="AD" clId="Web-{25601707-544B-3B4A-9918-0068AB79FFFB}" dt="2024-11-10T17:04:07.258" v="152" actId="1076"/>
          <ac:spMkLst>
            <pc:docMk/>
            <pc:sldMk cId="1289960301" sldId="271"/>
            <ac:spMk id="2" creationId="{EDEFFA9A-0FB5-0BA1-25BA-1C28D6045579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03:19.553" v="130"/>
          <ac:spMkLst>
            <pc:docMk/>
            <pc:sldMk cId="1289960301" sldId="271"/>
            <ac:spMk id="7" creationId="{C27D7A02-907B-496F-BA7E-AA3780733CA7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03:19.553" v="130"/>
          <ac:spMkLst>
            <pc:docMk/>
            <pc:sldMk cId="1289960301" sldId="271"/>
            <ac:spMk id="9" creationId="{0FBA5268-0AE7-4CAD-9537-D0EB09E76406}"/>
          </ac:spMkLst>
        </pc:spChg>
        <pc:spChg chg="del">
          <ac:chgData name="Muhammed Miah" userId="S::muhammed.miah@sandwell.ac.uk::0e20bf18-5ea6-47bf-82bb-ae77a37497ea" providerId="AD" clId="Web-{25601707-544B-3B4A-9918-0068AB79FFFB}" dt="2024-11-10T17:03:19.553" v="130"/>
          <ac:spMkLst>
            <pc:docMk/>
            <pc:sldMk cId="1289960301" sldId="271"/>
            <ac:spMk id="11" creationId="{088D065B-39DA-4077-B9CF-E489CE4C0169}"/>
          </ac:spMkLst>
        </pc:spChg>
        <pc:spChg chg="add del">
          <ac:chgData name="Muhammed Miah" userId="S::muhammed.miah@sandwell.ac.uk::0e20bf18-5ea6-47bf-82bb-ae77a37497ea" providerId="AD" clId="Web-{25601707-544B-3B4A-9918-0068AB79FFFB}" dt="2024-11-10T17:04:02.070" v="151"/>
          <ac:spMkLst>
            <pc:docMk/>
            <pc:sldMk cId="1289960301" sldId="271"/>
            <ac:spMk id="16" creationId="{3AC75B1D-4749-49A1-8553-FD296DD7CC9F}"/>
          </ac:spMkLst>
        </pc:spChg>
        <pc:spChg chg="add del">
          <ac:chgData name="Muhammed Miah" userId="S::muhammed.miah@sandwell.ac.uk::0e20bf18-5ea6-47bf-82bb-ae77a37497ea" providerId="AD" clId="Web-{25601707-544B-3B4A-9918-0068AB79FFFB}" dt="2024-11-10T17:04:02.070" v="151"/>
          <ac:spMkLst>
            <pc:docMk/>
            <pc:sldMk cId="1289960301" sldId="271"/>
            <ac:spMk id="18" creationId="{9A8ECCF6-3858-46C9-8F9F-C06506CC3F9F}"/>
          </ac:spMkLst>
        </pc:spChg>
        <pc:spChg chg="add del">
          <ac:chgData name="Muhammed Miah" userId="S::muhammed.miah@sandwell.ac.uk::0e20bf18-5ea6-47bf-82bb-ae77a37497ea" providerId="AD" clId="Web-{25601707-544B-3B4A-9918-0068AB79FFFB}" dt="2024-11-10T17:04:02.070" v="151"/>
          <ac:spMkLst>
            <pc:docMk/>
            <pc:sldMk cId="1289960301" sldId="271"/>
            <ac:spMk id="23" creationId="{B0A9E55F-729A-4FCE-9FE3-BAE7A7BEFBC8}"/>
          </ac:spMkLst>
        </pc:spChg>
        <pc:spChg chg="add del">
          <ac:chgData name="Muhammed Miah" userId="S::muhammed.miah@sandwell.ac.uk::0e20bf18-5ea6-47bf-82bb-ae77a37497ea" providerId="AD" clId="Web-{25601707-544B-3B4A-9918-0068AB79FFFB}" dt="2024-11-10T17:04:02.070" v="151"/>
          <ac:spMkLst>
            <pc:docMk/>
            <pc:sldMk cId="1289960301" sldId="271"/>
            <ac:spMk id="25" creationId="{4462B9B4-A230-4FCE-AD96-E79B8B458487}"/>
          </ac:spMkLst>
        </pc:spChg>
        <pc:picChg chg="add mod ord">
          <ac:chgData name="Muhammed Miah" userId="S::muhammed.miah@sandwell.ac.uk::0e20bf18-5ea6-47bf-82bb-ae77a37497ea" providerId="AD" clId="Web-{25601707-544B-3B4A-9918-0068AB79FFFB}" dt="2024-11-10T17:04:20.461" v="159" actId="1076"/>
          <ac:picMkLst>
            <pc:docMk/>
            <pc:sldMk cId="1289960301" sldId="271"/>
            <ac:picMk id="4" creationId="{32297230-F36C-CA81-39D7-8316A08F6095}"/>
          </ac:picMkLst>
        </pc:picChg>
        <pc:picChg chg="add mod">
          <ac:chgData name="Muhammed Miah" userId="S::muhammed.miah@sandwell.ac.uk::0e20bf18-5ea6-47bf-82bb-ae77a37497ea" providerId="AD" clId="Web-{25601707-544B-3B4A-9918-0068AB79FFFB}" dt="2024-11-10T17:04:18.664" v="158" actId="1076"/>
          <ac:picMkLst>
            <pc:docMk/>
            <pc:sldMk cId="1289960301" sldId="271"/>
            <ac:picMk id="6" creationId="{5D868A2D-906E-0027-C98E-C24B02E42B6E}"/>
          </ac:picMkLst>
        </pc:picChg>
      </pc:sldChg>
      <pc:sldChg chg="addSp delSp modSp add replId">
        <pc:chgData name="Muhammed Miah" userId="S::muhammed.miah@sandwell.ac.uk::0e20bf18-5ea6-47bf-82bb-ae77a37497ea" providerId="AD" clId="Web-{25601707-544B-3B4A-9918-0068AB79FFFB}" dt="2024-11-10T17:11:07.190" v="425" actId="14100"/>
        <pc:sldMkLst>
          <pc:docMk/>
          <pc:sldMk cId="1302777292" sldId="272"/>
        </pc:sldMkLst>
        <pc:spChg chg="mod">
          <ac:chgData name="Muhammed Miah" userId="S::muhammed.miah@sandwell.ac.uk::0e20bf18-5ea6-47bf-82bb-ae77a37497ea" providerId="AD" clId="Web-{25601707-544B-3B4A-9918-0068AB79FFFB}" dt="2024-11-10T17:09:59.532" v="353" actId="20577"/>
          <ac:spMkLst>
            <pc:docMk/>
            <pc:sldMk cId="1302777292" sldId="272"/>
            <ac:spMk id="2" creationId="{F302CB7C-4288-34FF-5BB7-DB75D8A458B7}"/>
          </ac:spMkLst>
        </pc:spChg>
        <pc:spChg chg="mod">
          <ac:chgData name="Muhammed Miah" userId="S::muhammed.miah@sandwell.ac.uk::0e20bf18-5ea6-47bf-82bb-ae77a37497ea" providerId="AD" clId="Web-{25601707-544B-3B4A-9918-0068AB79FFFB}" dt="2024-11-10T17:10:33.674" v="369" actId="1076"/>
          <ac:spMkLst>
            <pc:docMk/>
            <pc:sldMk cId="1302777292" sldId="272"/>
            <ac:spMk id="3" creationId="{8DE2EC75-70C6-801C-D710-38003BF59898}"/>
          </ac:spMkLst>
        </pc:spChg>
        <pc:spChg chg="mod">
          <ac:chgData name="Muhammed Miah" userId="S::muhammed.miah@sandwell.ac.uk::0e20bf18-5ea6-47bf-82bb-ae77a37497ea" providerId="AD" clId="Web-{25601707-544B-3B4A-9918-0068AB79FFFB}" dt="2024-11-10T17:11:07.190" v="425" actId="14100"/>
          <ac:spMkLst>
            <pc:docMk/>
            <pc:sldMk cId="1302777292" sldId="272"/>
            <ac:spMk id="7" creationId="{13630071-4E3C-EFB6-F80B-951254CC9F37}"/>
          </ac:spMkLst>
        </pc:spChg>
        <pc:spChg chg="add del mod">
          <ac:chgData name="Muhammed Miah" userId="S::muhammed.miah@sandwell.ac.uk::0e20bf18-5ea6-47bf-82bb-ae77a37497ea" providerId="AD" clId="Web-{25601707-544B-3B4A-9918-0068AB79FFFB}" dt="2024-11-10T17:10:17.282" v="362"/>
          <ac:spMkLst>
            <pc:docMk/>
            <pc:sldMk cId="1302777292" sldId="272"/>
            <ac:spMk id="11" creationId="{658EEF64-52CE-8533-2703-10FF00C1B9EF}"/>
          </ac:spMkLst>
        </pc:spChg>
        <pc:picChg chg="del">
          <ac:chgData name="Muhammed Miah" userId="S::muhammed.miah@sandwell.ac.uk::0e20bf18-5ea6-47bf-82bb-ae77a37497ea" providerId="AD" clId="Web-{25601707-544B-3B4A-9918-0068AB79FFFB}" dt="2024-11-10T17:10:05.673" v="356"/>
          <ac:picMkLst>
            <pc:docMk/>
            <pc:sldMk cId="1302777292" sldId="272"/>
            <ac:picMk id="4" creationId="{4422ADD5-D554-3787-C8EE-7E99CA1AC4C4}"/>
          </ac:picMkLst>
        </pc:picChg>
        <pc:picChg chg="del">
          <ac:chgData name="Muhammed Miah" userId="S::muhammed.miah@sandwell.ac.uk::0e20bf18-5ea6-47bf-82bb-ae77a37497ea" providerId="AD" clId="Web-{25601707-544B-3B4A-9918-0068AB79FFFB}" dt="2024-11-10T17:10:25.830" v="365"/>
          <ac:picMkLst>
            <pc:docMk/>
            <pc:sldMk cId="1302777292" sldId="272"/>
            <ac:picMk id="5" creationId="{A19F6D1E-684C-2F09-15AE-10940038BBE4}"/>
          </ac:picMkLst>
        </pc:picChg>
        <pc:picChg chg="add mod">
          <ac:chgData name="Muhammed Miah" userId="S::muhammed.miah@sandwell.ac.uk::0e20bf18-5ea6-47bf-82bb-ae77a37497ea" providerId="AD" clId="Web-{25601707-544B-3B4A-9918-0068AB79FFFB}" dt="2024-11-10T17:10:15.095" v="361" actId="1076"/>
          <ac:picMkLst>
            <pc:docMk/>
            <pc:sldMk cId="1302777292" sldId="272"/>
            <ac:picMk id="8" creationId="{CA4FE227-4319-1256-714F-33E3735B0519}"/>
          </ac:picMkLst>
        </pc:picChg>
        <pc:picChg chg="add mod">
          <ac:chgData name="Muhammed Miah" userId="S::muhammed.miah@sandwell.ac.uk::0e20bf18-5ea6-47bf-82bb-ae77a37497ea" providerId="AD" clId="Web-{25601707-544B-3B4A-9918-0068AB79FFFB}" dt="2024-11-10T17:10:35.892" v="370" actId="1076"/>
          <ac:picMkLst>
            <pc:docMk/>
            <pc:sldMk cId="1302777292" sldId="272"/>
            <ac:picMk id="14" creationId="{B843C3F9-8D67-C882-3DB6-4295E44415A4}"/>
          </ac:picMkLst>
        </pc:picChg>
      </pc:sldChg>
      <pc:sldChg chg="addSp delSp modSp add replId">
        <pc:chgData name="Muhammed Miah" userId="S::muhammed.miah@sandwell.ac.uk::0e20bf18-5ea6-47bf-82bb-ae77a37497ea" providerId="AD" clId="Web-{25601707-544B-3B4A-9918-0068AB79FFFB}" dt="2024-11-10T17:14:08.851" v="601" actId="1076"/>
        <pc:sldMkLst>
          <pc:docMk/>
          <pc:sldMk cId="644624161" sldId="273"/>
        </pc:sldMkLst>
        <pc:spChg chg="mod">
          <ac:chgData name="Muhammed Miah" userId="S::muhammed.miah@sandwell.ac.uk::0e20bf18-5ea6-47bf-82bb-ae77a37497ea" providerId="AD" clId="Web-{25601707-544B-3B4A-9918-0068AB79FFFB}" dt="2024-11-10T17:12:36.536" v="479" actId="1076"/>
          <ac:spMkLst>
            <pc:docMk/>
            <pc:sldMk cId="644624161" sldId="273"/>
            <ac:spMk id="2" creationId="{F302CB7C-4288-34FF-5BB7-DB75D8A458B7}"/>
          </ac:spMkLst>
        </pc:spChg>
        <pc:spChg chg="mod">
          <ac:chgData name="Muhammed Miah" userId="S::muhammed.miah@sandwell.ac.uk::0e20bf18-5ea6-47bf-82bb-ae77a37497ea" providerId="AD" clId="Web-{25601707-544B-3B4A-9918-0068AB79FFFB}" dt="2024-11-10T17:12:29.692" v="476" actId="1076"/>
          <ac:spMkLst>
            <pc:docMk/>
            <pc:sldMk cId="644624161" sldId="273"/>
            <ac:spMk id="3" creationId="{8DE2EC75-70C6-801C-D710-38003BF59898}"/>
          </ac:spMkLst>
        </pc:spChg>
        <pc:spChg chg="del mod">
          <ac:chgData name="Muhammed Miah" userId="S::muhammed.miah@sandwell.ac.uk::0e20bf18-5ea6-47bf-82bb-ae77a37497ea" providerId="AD" clId="Web-{25601707-544B-3B4A-9918-0068AB79FFFB}" dt="2024-11-10T17:12:41.114" v="482"/>
          <ac:spMkLst>
            <pc:docMk/>
            <pc:sldMk cId="644624161" sldId="273"/>
            <ac:spMk id="7" creationId="{13630071-4E3C-EFB6-F80B-951254CC9F37}"/>
          </ac:spMkLst>
        </pc:spChg>
        <pc:spChg chg="add mod">
          <ac:chgData name="Muhammed Miah" userId="S::muhammed.miah@sandwell.ac.uk::0e20bf18-5ea6-47bf-82bb-ae77a37497ea" providerId="AD" clId="Web-{25601707-544B-3B4A-9918-0068AB79FFFB}" dt="2024-11-10T17:14:08.851" v="601" actId="1076"/>
          <ac:spMkLst>
            <pc:docMk/>
            <pc:sldMk cId="644624161" sldId="273"/>
            <ac:spMk id="13" creationId="{CC8B3A25-51D8-78F4-3D97-F8364A9322BA}"/>
          </ac:spMkLst>
        </pc:spChg>
        <pc:picChg chg="add mod">
          <ac:chgData name="Muhammed Miah" userId="S::muhammed.miah@sandwell.ac.uk::0e20bf18-5ea6-47bf-82bb-ae77a37497ea" providerId="AD" clId="Web-{25601707-544B-3B4A-9918-0068AB79FFFB}" dt="2024-11-10T17:12:30.692" v="477" actId="1076"/>
          <ac:picMkLst>
            <pc:docMk/>
            <pc:sldMk cId="644624161" sldId="273"/>
            <ac:picMk id="5" creationId="{EC0998D3-4366-EFED-5D7C-49B9379E5417}"/>
          </ac:picMkLst>
        </pc:picChg>
        <pc:picChg chg="del mod">
          <ac:chgData name="Muhammed Miah" userId="S::muhammed.miah@sandwell.ac.uk::0e20bf18-5ea6-47bf-82bb-ae77a37497ea" providerId="AD" clId="Web-{25601707-544B-3B4A-9918-0068AB79FFFB}" dt="2024-11-10T17:11:45.863" v="454"/>
          <ac:picMkLst>
            <pc:docMk/>
            <pc:sldMk cId="644624161" sldId="273"/>
            <ac:picMk id="8" creationId="{CA4FE227-4319-1256-714F-33E3735B0519}"/>
          </ac:picMkLst>
        </pc:picChg>
        <pc:picChg chg="add mod">
          <ac:chgData name="Muhammed Miah" userId="S::muhammed.miah@sandwell.ac.uk::0e20bf18-5ea6-47bf-82bb-ae77a37497ea" providerId="AD" clId="Web-{25601707-544B-3B4A-9918-0068AB79FFFB}" dt="2024-11-10T17:12:13.442" v="471" actId="1076"/>
          <ac:picMkLst>
            <pc:docMk/>
            <pc:sldMk cId="644624161" sldId="273"/>
            <ac:picMk id="9" creationId="{E83554DD-6147-D884-C65A-E3084F883BDA}"/>
          </ac:picMkLst>
        </pc:picChg>
        <pc:picChg chg="del">
          <ac:chgData name="Muhammed Miah" userId="S::muhammed.miah@sandwell.ac.uk::0e20bf18-5ea6-47bf-82bb-ae77a37497ea" providerId="AD" clId="Web-{25601707-544B-3B4A-9918-0068AB79FFFB}" dt="2024-11-10T17:11:44.910" v="451"/>
          <ac:picMkLst>
            <pc:docMk/>
            <pc:sldMk cId="644624161" sldId="273"/>
            <ac:picMk id="14" creationId="{B843C3F9-8D67-C882-3DB6-4295E44415A4}"/>
          </ac:picMkLst>
        </pc:picChg>
      </pc:sldChg>
      <pc:sldChg chg="addSp delSp modSp add del ord replId">
        <pc:chgData name="Muhammed Miah" userId="S::muhammed.miah@sandwell.ac.uk::0e20bf18-5ea6-47bf-82bb-ae77a37497ea" providerId="AD" clId="Web-{25601707-544B-3B4A-9918-0068AB79FFFB}" dt="2024-11-10T17:15:14.727" v="627"/>
        <pc:sldMkLst>
          <pc:docMk/>
          <pc:sldMk cId="3909311972" sldId="274"/>
        </pc:sldMkLst>
        <pc:spChg chg="mod">
          <ac:chgData name="Muhammed Miah" userId="S::muhammed.miah@sandwell.ac.uk::0e20bf18-5ea6-47bf-82bb-ae77a37497ea" providerId="AD" clId="Web-{25601707-544B-3B4A-9918-0068AB79FFFB}" dt="2024-11-10T17:14:48.961" v="614" actId="1076"/>
          <ac:spMkLst>
            <pc:docMk/>
            <pc:sldMk cId="3909311972" sldId="274"/>
            <ac:spMk id="2" creationId="{CDC32061-BCBA-A920-4C73-D75312BB9E61}"/>
          </ac:spMkLst>
        </pc:spChg>
        <pc:spChg chg="add mod">
          <ac:chgData name="Muhammed Miah" userId="S::muhammed.miah@sandwell.ac.uk::0e20bf18-5ea6-47bf-82bb-ae77a37497ea" providerId="AD" clId="Web-{25601707-544B-3B4A-9918-0068AB79FFFB}" dt="2024-11-10T17:15:06.805" v="626" actId="1076"/>
          <ac:spMkLst>
            <pc:docMk/>
            <pc:sldMk cId="3909311972" sldId="274"/>
            <ac:spMk id="4" creationId="{BEE6F8AD-9006-5758-E067-AC3DCE7FA73E}"/>
          </ac:spMkLst>
        </pc:spChg>
        <pc:spChg chg="mod">
          <ac:chgData name="Muhammed Miah" userId="S::muhammed.miah@sandwell.ac.uk::0e20bf18-5ea6-47bf-82bb-ae77a37497ea" providerId="AD" clId="Web-{25601707-544B-3B4A-9918-0068AB79FFFB}" dt="2024-11-10T17:14:51.149" v="615" actId="1076"/>
          <ac:spMkLst>
            <pc:docMk/>
            <pc:sldMk cId="3909311972" sldId="274"/>
            <ac:spMk id="12" creationId="{9CF41EA8-47DC-B4C8-A1C9-3A97DF5FD97C}"/>
          </ac:spMkLst>
        </pc:spChg>
        <pc:picChg chg="add mod">
          <ac:chgData name="Muhammed Miah" userId="S::muhammed.miah@sandwell.ac.uk::0e20bf18-5ea6-47bf-82bb-ae77a37497ea" providerId="AD" clId="Web-{25601707-544B-3B4A-9918-0068AB79FFFB}" dt="2024-11-10T17:15:04.696" v="624" actId="14100"/>
          <ac:picMkLst>
            <pc:docMk/>
            <pc:sldMk cId="3909311972" sldId="274"/>
            <ac:picMk id="6" creationId="{274301F9-B2C4-762C-9382-8D6F7F12B9F1}"/>
          </ac:picMkLst>
        </pc:picChg>
        <pc:picChg chg="del">
          <ac:chgData name="Muhammed Miah" userId="S::muhammed.miah@sandwell.ac.uk::0e20bf18-5ea6-47bf-82bb-ae77a37497ea" providerId="AD" clId="Web-{25601707-544B-3B4A-9918-0068AB79FFFB}" dt="2024-11-10T17:14:53.336" v="616"/>
          <ac:picMkLst>
            <pc:docMk/>
            <pc:sldMk cId="3909311972" sldId="274"/>
            <ac:picMk id="8" creationId="{2A20ED49-5E45-33AC-515A-64C3760A0D75}"/>
          </ac:picMkLst>
        </pc:picChg>
        <pc:picChg chg="add mod">
          <ac:chgData name="Muhammed Miah" userId="S::muhammed.miah@sandwell.ac.uk::0e20bf18-5ea6-47bf-82bb-ae77a37497ea" providerId="AD" clId="Web-{25601707-544B-3B4A-9918-0068AB79FFFB}" dt="2024-11-10T17:15:04.743" v="625" actId="14100"/>
          <ac:picMkLst>
            <pc:docMk/>
            <pc:sldMk cId="3909311972" sldId="274"/>
            <ac:picMk id="9" creationId="{0476E2EC-3AB3-CF6E-7E61-E4C95AD5A04C}"/>
          </ac:picMkLst>
        </pc:picChg>
      </pc:sldChg>
    </pc:docChg>
  </pc:docChgLst>
  <pc:docChgLst>
    <pc:chgData name="Muhammed Miah" userId="S::muhammed.miah@sandwell.ac.uk::0e20bf18-5ea6-47bf-82bb-ae77a37497ea" providerId="AD" clId="Web-{1EFCC806-4F35-8011-840B-CB4E39D731C9}"/>
    <pc:docChg chg="modSld">
      <pc:chgData name="Muhammed Miah" userId="S::muhammed.miah@sandwell.ac.uk::0e20bf18-5ea6-47bf-82bb-ae77a37497ea" providerId="AD" clId="Web-{1EFCC806-4F35-8011-840B-CB4E39D731C9}" dt="2024-11-10T17:16:46.289" v="4" actId="1076"/>
      <pc:docMkLst>
        <pc:docMk/>
      </pc:docMkLst>
      <pc:sldChg chg="modSp">
        <pc:chgData name="Muhammed Miah" userId="S::muhammed.miah@sandwell.ac.uk::0e20bf18-5ea6-47bf-82bb-ae77a37497ea" providerId="AD" clId="Web-{1EFCC806-4F35-8011-840B-CB4E39D731C9}" dt="2024-11-10T17:16:46.289" v="4" actId="1076"/>
        <pc:sldMkLst>
          <pc:docMk/>
          <pc:sldMk cId="3933312081" sldId="270"/>
        </pc:sldMkLst>
        <pc:spChg chg="mod">
          <ac:chgData name="Muhammed Miah" userId="S::muhammed.miah@sandwell.ac.uk::0e20bf18-5ea6-47bf-82bb-ae77a37497ea" providerId="AD" clId="Web-{1EFCC806-4F35-8011-840B-CB4E39D731C9}" dt="2024-11-10T17:16:46.289" v="4" actId="1076"/>
          <ac:spMkLst>
            <pc:docMk/>
            <pc:sldMk cId="3933312081" sldId="270"/>
            <ac:spMk id="2" creationId="{5FA020D7-DF4A-9CF8-8B16-FF04662869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4805" y="2243444"/>
            <a:ext cx="7594343" cy="2376890"/>
          </a:xfrm>
        </p:spPr>
        <p:txBody>
          <a:bodyPr anchor="b">
            <a:normAutofit/>
          </a:bodyPr>
          <a:lstStyle/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Hotel Management System 2</a:t>
            </a:r>
            <a:br>
              <a:rPr lang="en-US" sz="3200" dirty="0"/>
            </a:b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FFA9A-0FB5-0BA1-25BA-1C28D604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88" y="2782098"/>
            <a:ext cx="7502377" cy="129958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8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Booking a Room</a:t>
            </a:r>
          </a:p>
        </p:txBody>
      </p:sp>
    </p:spTree>
    <p:extLst>
      <p:ext uri="{BB962C8B-B14F-4D97-AF65-F5344CB8AC3E}">
        <p14:creationId xmlns:p14="http://schemas.microsoft.com/office/powerpoint/2010/main" val="362980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54673-6662-F5B7-810B-E9C018FD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270" y="2558754"/>
            <a:ext cx="8546843" cy="174626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What are the steps to booking a room?</a:t>
            </a:r>
          </a:p>
        </p:txBody>
      </p:sp>
    </p:spTree>
    <p:extLst>
      <p:ext uri="{BB962C8B-B14F-4D97-AF65-F5344CB8AC3E}">
        <p14:creationId xmlns:p14="http://schemas.microsoft.com/office/powerpoint/2010/main" val="2485964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C32061-BCBA-A920-4C73-D75312BB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139649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First, we must create a Booking model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CF41EA8-47DC-B4C8-A1C9-3A97DF5FD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595959"/>
                </a:solidFill>
              </a:rPr>
              <a:t>The model has two very important fields</a:t>
            </a:r>
            <a:endParaRPr lang="en-US" dirty="0"/>
          </a:p>
          <a:p>
            <a:endParaRPr lang="en-US" sz="20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The </a:t>
            </a:r>
            <a:r>
              <a:rPr lang="en-US" sz="2000" dirty="0" err="1">
                <a:solidFill>
                  <a:srgbClr val="595959"/>
                </a:solidFill>
              </a:rPr>
              <a:t>HotelRoomID</a:t>
            </a:r>
            <a:r>
              <a:rPr lang="en-US" sz="2000" dirty="0">
                <a:solidFill>
                  <a:srgbClr val="595959"/>
                </a:solidFill>
              </a:rPr>
              <a:t> which creates a link between the tables</a:t>
            </a:r>
          </a:p>
          <a:p>
            <a:endParaRPr lang="en-US" sz="20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Then the </a:t>
            </a:r>
            <a:r>
              <a:rPr lang="en-US" sz="2000" dirty="0" err="1">
                <a:solidFill>
                  <a:srgbClr val="595959"/>
                </a:solidFill>
              </a:rPr>
              <a:t>HotelRoom</a:t>
            </a:r>
            <a:r>
              <a:rPr lang="en-US" sz="2000" dirty="0">
                <a:solidFill>
                  <a:srgbClr val="595959"/>
                </a:solidFill>
              </a:rPr>
              <a:t> Navigation property which allows the connection to carry all the details over</a:t>
            </a:r>
          </a:p>
        </p:txBody>
      </p:sp>
      <p:pic>
        <p:nvPicPr>
          <p:cNvPr id="8" name="Content Placeholder 7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2A20ED49-5E45-33AC-515A-64C3760A0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04" y="1020616"/>
            <a:ext cx="5624745" cy="482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2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FC42E6-6C25-4922-95D2-B97B1E123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95F874-A8A5-4A14-8CFC-828968DE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754" y="0"/>
            <a:ext cx="473178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6B0E7-AE42-CE7C-1DF9-95B70B9B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16" y="956838"/>
            <a:ext cx="2924843" cy="13658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Now we update the original </a:t>
            </a:r>
            <a:r>
              <a:rPr lang="en-US" sz="2800" b="1" kern="1200" err="1">
                <a:solidFill>
                  <a:srgbClr val="595959"/>
                </a:solidFill>
                <a:latin typeface="+mj-lt"/>
                <a:ea typeface="+mj-ea"/>
                <a:cs typeface="+mj-cs"/>
              </a:rPr>
              <a:t>HotelRoom</a:t>
            </a:r>
            <a:r>
              <a:rPr lang="en-US" sz="28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 Model</a:t>
            </a:r>
            <a:endParaRPr lang="en-US" sz="2800" b="1" kern="1200" dirty="0">
              <a:solidFill>
                <a:srgbClr val="595959"/>
              </a:solidFill>
              <a:latin typeface="+mj-lt"/>
            </a:endParaRP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3134626-FB00-2682-FEBA-B4DCE0FA4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268" y="956805"/>
            <a:ext cx="6106987" cy="4944387"/>
          </a:xfrm>
          <a:prstGeom prst="rect">
            <a:avLst/>
          </a:prstGeom>
        </p:spPr>
      </p:pic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773306BA-B261-8289-0E6B-A7B88187D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63" y="3163354"/>
            <a:ext cx="4353116" cy="2108486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595959"/>
                </a:solidFill>
              </a:rPr>
              <a:t>We have added the Bookings to each hotel room.</a:t>
            </a:r>
          </a:p>
          <a:p>
            <a:endParaRPr lang="en-US" sz="20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This makes it so that each hotel room know which booking it is linked to.</a:t>
            </a:r>
          </a:p>
        </p:txBody>
      </p:sp>
    </p:spTree>
    <p:extLst>
      <p:ext uri="{BB962C8B-B14F-4D97-AF65-F5344CB8AC3E}">
        <p14:creationId xmlns:p14="http://schemas.microsoft.com/office/powerpoint/2010/main" val="317399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FFA9A-0FB5-0BA1-25BA-1C28D604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960" y="417270"/>
            <a:ext cx="6884895" cy="6952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 dirty="0">
                <a:solidFill>
                  <a:srgbClr val="595959"/>
                </a:solidFill>
              </a:rPr>
              <a:t>Scaffold Controller with Views</a:t>
            </a:r>
            <a:endParaRPr lang="en-US" dirty="0">
              <a:ea typeface="+mj-ea"/>
              <a:cs typeface="+mj-cs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2297230-F36C-CA81-39D7-8316A08F6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73" y="1663859"/>
            <a:ext cx="5114324" cy="3523713"/>
          </a:xfrm>
          <a:prstGeom prst="rect">
            <a:avLst/>
          </a:prstGeom>
        </p:spPr>
      </p:pic>
      <p:pic>
        <p:nvPicPr>
          <p:cNvPr id="6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D868A2D-906E-0027-C98E-C24B02E42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888" y="1513492"/>
            <a:ext cx="1890516" cy="381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60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94239-EE44-D69C-27A8-B477A904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9615" y="2611305"/>
            <a:ext cx="7370998" cy="163459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54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Editing the logic of booking a hotel room</a:t>
            </a:r>
          </a:p>
        </p:txBody>
      </p:sp>
    </p:spTree>
    <p:extLst>
      <p:ext uri="{BB962C8B-B14F-4D97-AF65-F5344CB8AC3E}">
        <p14:creationId xmlns:p14="http://schemas.microsoft.com/office/powerpoint/2010/main" val="1154309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361D0E-0B35-42DA-8779-9780B96F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606A6-26A4-95DB-C31A-AB988560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819" y="871442"/>
            <a:ext cx="3016529" cy="511511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First, we will add a "Book" button to the hotel room Index Page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ECC08E-F4F5-429A-B70B-B378AC0B0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5791" y="0"/>
            <a:ext cx="741620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Content Placeholder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4234F20C-2C28-ED25-EFBE-3F562C173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234" y="2200246"/>
            <a:ext cx="7197320" cy="96953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F168E6-F873-1D9E-4315-21E6CE2AD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234" y="3638686"/>
            <a:ext cx="5673320" cy="1555074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5959"/>
                </a:solidFill>
              </a:rPr>
              <a:t>We add a new &lt;a&gt; tag to each row in the Index page for the Hotel Rooms to allow us to hit the endpoint to book that hotel room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4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A9E55F-729A-4FCE-9FE3-BAE7A7BEF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2B9B4-A230-4FCE-AD96-E79B8B458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8300" y="0"/>
            <a:ext cx="67437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2CB7C-4288-34FF-5BB7-DB75D8A4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699" y="2350864"/>
            <a:ext cx="4423144" cy="21554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600" b="1" dirty="0">
                <a:solidFill>
                  <a:srgbClr val="595959"/>
                </a:solidFill>
              </a:rPr>
              <a:t>Now we edit the Create Get Method in the Bookings Controller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19F6D1E-684C-2F09-15AE-10940038B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799" y="2860509"/>
            <a:ext cx="4082017" cy="1296040"/>
          </a:xfrm>
          <a:prstGeom prst="rect">
            <a:avLst/>
          </a:prstGeom>
        </p:spPr>
      </p:pic>
      <p:pic>
        <p:nvPicPr>
          <p:cNvPr id="4" name="Content Placeholder 3" descr="A screen shot of a computer&#10;&#10;Description automatically generated">
            <a:extLst>
              <a:ext uri="{FF2B5EF4-FFF2-40B4-BE49-F238E27FC236}">
                <a16:creationId xmlns:a16="http://schemas.microsoft.com/office/drawing/2014/main" id="{4422ADD5-D554-3787-C8EE-7E99CA1AC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19800" y="645364"/>
            <a:ext cx="5599449" cy="1162328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8DE2EC75-70C6-801C-D710-38003BF59898}"/>
              </a:ext>
            </a:extLst>
          </p:cNvPr>
          <p:cNvSpPr/>
          <p:nvPr/>
        </p:nvSpPr>
        <p:spPr>
          <a:xfrm>
            <a:off x="8492878" y="1916685"/>
            <a:ext cx="658156" cy="721428"/>
          </a:xfrm>
          <a:prstGeom prst="downArrow">
            <a:avLst/>
          </a:prstGeom>
          <a:solidFill>
            <a:srgbClr val="59595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3630071-4E3C-EFB6-F80B-951254CC9F37}"/>
              </a:ext>
            </a:extLst>
          </p:cNvPr>
          <p:cNvSpPr txBox="1">
            <a:spLocks/>
          </p:cNvSpPr>
          <p:nvPr/>
        </p:nvSpPr>
        <p:spPr>
          <a:xfrm>
            <a:off x="5988820" y="4650307"/>
            <a:ext cx="5673320" cy="15550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</a:rPr>
              <a:t>Instead of passing all of the Hotel Room ID's back, we only pass through the selected room ID, when they selected the button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A9E55F-729A-4FCE-9FE3-BAE7A7BEF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2B9B4-A230-4FCE-AD96-E79B8B458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8300" y="0"/>
            <a:ext cx="67437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2CB7C-4288-34FF-5BB7-DB75D8A4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699" y="2350864"/>
            <a:ext cx="4423144" cy="215544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600" b="1" dirty="0">
                <a:solidFill>
                  <a:srgbClr val="595959"/>
                </a:solidFill>
              </a:rPr>
              <a:t>Now we edit the Create Form in the View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DE2EC75-70C6-801C-D710-38003BF59898}"/>
              </a:ext>
            </a:extLst>
          </p:cNvPr>
          <p:cNvSpPr/>
          <p:nvPr/>
        </p:nvSpPr>
        <p:spPr>
          <a:xfrm>
            <a:off x="8499447" y="1627650"/>
            <a:ext cx="658156" cy="721428"/>
          </a:xfrm>
          <a:prstGeom prst="downArrow">
            <a:avLst/>
          </a:prstGeom>
          <a:solidFill>
            <a:srgbClr val="59595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3630071-4E3C-EFB6-F80B-951254CC9F37}"/>
              </a:ext>
            </a:extLst>
          </p:cNvPr>
          <p:cNvSpPr txBox="1">
            <a:spLocks/>
          </p:cNvSpPr>
          <p:nvPr/>
        </p:nvSpPr>
        <p:spPr>
          <a:xfrm>
            <a:off x="5995389" y="3940859"/>
            <a:ext cx="5673320" cy="12988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595959"/>
                </a:solidFill>
              </a:rPr>
              <a:t>Instead of allowing the user to pick or enter in a Hotel Room ID, we have the one we passed through hidden in the form</a:t>
            </a:r>
          </a:p>
        </p:txBody>
      </p:sp>
      <p:pic>
        <p:nvPicPr>
          <p:cNvPr id="8" name="Content Placeholder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CA4FE227-4319-1256-714F-33E3735B0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415" y="881527"/>
            <a:ext cx="6449411" cy="583654"/>
          </a:xfrm>
          <a:prstGeom prst="rect">
            <a:avLst/>
          </a:prstGeom>
        </p:spPr>
      </p:pic>
      <p:pic>
        <p:nvPicPr>
          <p:cNvPr id="14" name="Picture 1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843C3F9-8D67-C882-3DB6-4295E4441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590" y="2542518"/>
            <a:ext cx="61722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7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A9E55F-729A-4FCE-9FE3-BAE7A7BEF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2B9B4-A230-4FCE-AD96-E79B8B458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8300" y="0"/>
            <a:ext cx="67437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02CB7C-4288-34FF-5BB7-DB75D8A45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27" y="465571"/>
            <a:ext cx="4423144" cy="181386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600" b="1" dirty="0">
                <a:solidFill>
                  <a:srgbClr val="595959"/>
                </a:solidFill>
              </a:rPr>
              <a:t>Editing the Controller Create Post Endpoint Method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DE2EC75-70C6-801C-D710-38003BF59898}"/>
              </a:ext>
            </a:extLst>
          </p:cNvPr>
          <p:cNvSpPr/>
          <p:nvPr/>
        </p:nvSpPr>
        <p:spPr>
          <a:xfrm>
            <a:off x="8637395" y="2238564"/>
            <a:ext cx="658156" cy="721428"/>
          </a:xfrm>
          <a:prstGeom prst="downArrow">
            <a:avLst/>
          </a:prstGeom>
          <a:solidFill>
            <a:srgbClr val="59595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3" descr="A computer screen shot of a black screen&#10;&#10;Description automatically generated">
            <a:extLst>
              <a:ext uri="{FF2B5EF4-FFF2-40B4-BE49-F238E27FC236}">
                <a16:creationId xmlns:a16="http://schemas.microsoft.com/office/drawing/2014/main" id="{EC0998D3-4366-EFED-5D7C-49B9379E5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8069" y="464400"/>
            <a:ext cx="6274678" cy="1654395"/>
          </a:xfrm>
        </p:spPr>
      </p:pic>
      <p:pic>
        <p:nvPicPr>
          <p:cNvPr id="9" name="Picture 8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E83554DD-6147-D884-C65A-E3084F883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455" y="3118452"/>
            <a:ext cx="6275333" cy="3288096"/>
          </a:xfrm>
          <a:prstGeom prst="rect">
            <a:avLst/>
          </a:prstGeom>
        </p:spPr>
      </p:pic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8B3A25-51D8-78F4-3D97-F8364A9322BA}"/>
              </a:ext>
            </a:extLst>
          </p:cNvPr>
          <p:cNvSpPr txBox="1">
            <a:spLocks/>
          </p:cNvSpPr>
          <p:nvPr/>
        </p:nvSpPr>
        <p:spPr>
          <a:xfrm>
            <a:off x="648097" y="2598424"/>
            <a:ext cx="4353116" cy="37704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595959"/>
                </a:solidFill>
              </a:rPr>
              <a:t>We first find the hotel room they have selected and store it in a variable called "</a:t>
            </a:r>
            <a:r>
              <a:rPr lang="en-US" sz="2000" dirty="0" err="1">
                <a:solidFill>
                  <a:srgbClr val="595959"/>
                </a:solidFill>
              </a:rPr>
              <a:t>hotelRoom</a:t>
            </a:r>
            <a:r>
              <a:rPr lang="en-US" sz="2000" dirty="0">
                <a:solidFill>
                  <a:srgbClr val="595959"/>
                </a:solidFill>
              </a:rPr>
              <a:t>".</a:t>
            </a:r>
          </a:p>
          <a:p>
            <a:r>
              <a:rPr lang="en-US" sz="2000" dirty="0">
                <a:solidFill>
                  <a:srgbClr val="595959"/>
                </a:solidFill>
              </a:rPr>
              <a:t>We make sure it is not null.</a:t>
            </a:r>
          </a:p>
          <a:p>
            <a:r>
              <a:rPr lang="en-US" sz="2000" dirty="0">
                <a:solidFill>
                  <a:srgbClr val="595959"/>
                </a:solidFill>
              </a:rPr>
              <a:t>Then we assign the hotel room they </a:t>
            </a:r>
            <a:r>
              <a:rPr lang="en-US" sz="2000">
                <a:solidFill>
                  <a:srgbClr val="595959"/>
                </a:solidFill>
              </a:rPr>
              <a:t>booked in the booking variable.</a:t>
            </a:r>
            <a:endParaRPr lang="en-US" sz="2000" dirty="0">
              <a:solidFill>
                <a:srgbClr val="595959"/>
              </a:solidFill>
            </a:endParaRPr>
          </a:p>
          <a:p>
            <a:r>
              <a:rPr lang="en-US" sz="2000" dirty="0">
                <a:solidFill>
                  <a:srgbClr val="595959"/>
                </a:solidFill>
              </a:rPr>
              <a:t>Then we remove Hotel Room from the </a:t>
            </a:r>
            <a:r>
              <a:rPr lang="en-US" sz="2000" dirty="0" err="1">
                <a:solidFill>
                  <a:srgbClr val="595959"/>
                </a:solidFill>
              </a:rPr>
              <a:t>ModelState</a:t>
            </a:r>
            <a:r>
              <a:rPr lang="en-US" sz="2000" dirty="0">
                <a:solidFill>
                  <a:srgbClr val="595959"/>
                </a:solidFill>
              </a:rPr>
              <a:t>, to allow us to pass through the booking.</a:t>
            </a:r>
          </a:p>
          <a:p>
            <a:r>
              <a:rPr lang="en-US" sz="2000" dirty="0">
                <a:solidFill>
                  <a:srgbClr val="595959"/>
                </a:solidFill>
              </a:rPr>
              <a:t>Rest remains the same</a:t>
            </a:r>
          </a:p>
        </p:txBody>
      </p:sp>
    </p:spTree>
    <p:extLst>
      <p:ext uri="{BB962C8B-B14F-4D97-AF65-F5344CB8AC3E}">
        <p14:creationId xmlns:p14="http://schemas.microsoft.com/office/powerpoint/2010/main" val="644624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0859B-5068-B828-1E4D-9B61B725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960" y="2499633"/>
            <a:ext cx="6884895" cy="186451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60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Try to Book a Hotel Room</a:t>
            </a:r>
          </a:p>
        </p:txBody>
      </p:sp>
    </p:spTree>
    <p:extLst>
      <p:ext uri="{BB962C8B-B14F-4D97-AF65-F5344CB8AC3E}">
        <p14:creationId xmlns:p14="http://schemas.microsoft.com/office/powerpoint/2010/main" val="2683651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AC75B1D-4749-49A1-8553-FD296DD7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ECCF6-3858-46C9-8F9F-C06506CC3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1601" y="1371600"/>
            <a:ext cx="9486899" cy="411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020D7-DF4A-9CF8-8B16-FF0466286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960" y="2092358"/>
            <a:ext cx="6884895" cy="26724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Let's think about only allowing them to make the booking if the hotel room is available</a:t>
            </a:r>
          </a:p>
        </p:txBody>
      </p:sp>
    </p:spTree>
    <p:extLst>
      <p:ext uri="{BB962C8B-B14F-4D97-AF65-F5344CB8AC3E}">
        <p14:creationId xmlns:p14="http://schemas.microsoft.com/office/powerpoint/2010/main" val="3933312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Hotel Management System 2 </vt:lpstr>
      <vt:lpstr>Booking a Room</vt:lpstr>
      <vt:lpstr>What are the steps to booking a room?</vt:lpstr>
      <vt:lpstr>First, we must create a Booking model</vt:lpstr>
      <vt:lpstr>Now we update the original HotelRoom Model</vt:lpstr>
      <vt:lpstr>Scaffold Controller with Views</vt:lpstr>
      <vt:lpstr>Editing the logic of booking a hotel room</vt:lpstr>
      <vt:lpstr>First, we will add a "Book" button to the hotel room Index Page</vt:lpstr>
      <vt:lpstr>Now we edit the Create Get Method in the Bookings Controller</vt:lpstr>
      <vt:lpstr>Now we edit the Create Form in the View</vt:lpstr>
      <vt:lpstr>Editing the Controller Create Post Endpoint Method</vt:lpstr>
      <vt:lpstr>Try to Book a Hotel Room</vt:lpstr>
      <vt:lpstr>Let's think about only allowing them to make the booking if the hotel room is available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199</cp:revision>
  <dcterms:created xsi:type="dcterms:W3CDTF">2013-07-15T20:26:40Z</dcterms:created>
  <dcterms:modified xsi:type="dcterms:W3CDTF">2024-11-10T17:16:50Z</dcterms:modified>
</cp:coreProperties>
</file>